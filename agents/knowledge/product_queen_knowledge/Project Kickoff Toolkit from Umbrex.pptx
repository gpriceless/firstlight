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4" r:id="rId6"/>
    <p:sldMasterId id="2147483660" r:id="rId7"/>
    <p:sldMasterId id="2147483667" r:id="rId8"/>
    <p:sldMasterId id="2147483673" r:id="rId9"/>
    <p:sldMasterId id="2147483679" r:id="rId10"/>
    <p:sldMasterId id="2147483685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</p:sldIdLst>
  <p:sldSz cy="6858000" cx="12192000"/>
  <p:notesSz cx="6858000" cy="9144000"/>
  <p:embeddedFontLs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h/HJVvOcbkZsyZJLWDI/mFUJP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B60AD4-8867-4EC2-8786-FDA043E71341}">
  <a:tblStyle styleId="{FAB60AD4-8867-4EC2-8786-FDA043E71341}" styleName="Table_0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8"/>
          </a:solidFill>
        </a:fill>
      </a:tcStyle>
    </a:wholeTbl>
    <a:band1H>
      <a:tcTxStyle/>
      <a:tcStyle>
        <a:fill>
          <a:solidFill>
            <a:srgbClr val="CACBCE"/>
          </a:solidFill>
        </a:fill>
      </a:tcStyle>
    </a:band1H>
    <a:band2H>
      <a:tcTxStyle/>
    </a:band2H>
    <a:band1V>
      <a:tcTxStyle/>
      <a:tcStyle>
        <a:fill>
          <a:solidFill>
            <a:srgbClr val="CACBCE"/>
          </a:solidFill>
        </a:fill>
      </a:tcStyle>
    </a:band1V>
    <a:band2V>
      <a:tcTxStyle/>
    </a:band2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7EA94CE7-4096-4757-AED3-9D44282B2E6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4652ADD-BC1B-4D70-B4AA-BF66B50CC816}" styleName="Table_2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2A26390-C6F0-4DB0-89AE-750A9A3AACCF}" styleName="Table_3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8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9" Type="http://schemas.openxmlformats.org/officeDocument/2006/relationships/slide" Target="slides/slide3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9" Type="http://schemas.openxmlformats.org/officeDocument/2006/relationships/slide" Target="slides/slide17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3" Type="http://schemas.openxmlformats.org/officeDocument/2006/relationships/font" Target="fonts/CenturyGothic-regular.fntdata"/><Relationship Id="rId52" Type="http://schemas.openxmlformats.org/officeDocument/2006/relationships/slide" Target="slides/slide40.xml"/><Relationship Id="rId11" Type="http://schemas.openxmlformats.org/officeDocument/2006/relationships/slideMaster" Target="slideMasters/slideMaster7.xml"/><Relationship Id="rId55" Type="http://schemas.openxmlformats.org/officeDocument/2006/relationships/font" Target="fonts/CenturyGothic-italic.fntdata"/><Relationship Id="rId10" Type="http://schemas.openxmlformats.org/officeDocument/2006/relationships/slideMaster" Target="slideMasters/slideMaster6.xml"/><Relationship Id="rId54" Type="http://schemas.openxmlformats.org/officeDocument/2006/relationships/font" Target="fonts/CenturyGothic-bold.fntdata"/><Relationship Id="rId13" Type="http://schemas.openxmlformats.org/officeDocument/2006/relationships/slide" Target="slides/slide1.xml"/><Relationship Id="rId57" Type="http://customschemas.google.com/relationships/presentationmetadata" Target="metadata"/><Relationship Id="rId12" Type="http://schemas.openxmlformats.org/officeDocument/2006/relationships/notesMaster" Target="notesMasters/notesMaster1.xml"/><Relationship Id="rId56" Type="http://schemas.openxmlformats.org/officeDocument/2006/relationships/font" Target="fonts/CenturyGothic-boldItalic.fntdata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over">
  <p:cSld name="20_Cover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2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42"/>
          <p:cNvSpPr txBox="1"/>
          <p:nvPr>
            <p:ph idx="2" type="body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2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cxnSp>
        <p:nvCxnSpPr>
          <p:cNvPr id="18" name="Google Shape;18;p42"/>
          <p:cNvCxnSpPr/>
          <p:nvPr/>
        </p:nvCxnSpPr>
        <p:spPr>
          <a:xfrm>
            <a:off x="5683577" y="2913529"/>
            <a:ext cx="463158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" name="Google Shape;19;p42"/>
          <p:cNvSpPr/>
          <p:nvPr/>
        </p:nvSpPr>
        <p:spPr>
          <a:xfrm>
            <a:off x="10406597" y="381000"/>
            <a:ext cx="1404402" cy="6247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  <p:sp>
        <p:nvSpPr>
          <p:cNvPr id="20" name="Google Shape;20;p42"/>
          <p:cNvSpPr/>
          <p:nvPr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71975" spcFirstLastPara="1" rIns="91425" wrap="square" tIns="485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86">
          <p15:clr>
            <a:srgbClr val="FBAE40"/>
          </p15:clr>
        </p15:guide>
        <p15:guide id="2" pos="3568">
          <p15:clr>
            <a:srgbClr val="FBAE40"/>
          </p15:clr>
        </p15:guide>
        <p15:guide id="3" pos="318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K_content">
  <p:cSld name="1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/>
          <p:nvPr>
            <p:ph idx="2" type="pic"/>
          </p:nvPr>
        </p:nvSpPr>
        <p:spPr>
          <a:xfrm>
            <a:off x="6840071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Google Shape;23;p45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b="0" i="0" sz="3599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" name="Google Shape;24;p45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3599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" name="Google Shape;25;p4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12">
          <p15:clr>
            <a:srgbClr val="FBAE40"/>
          </p15:clr>
        </p15:guide>
        <p15:guide id="2" pos="449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_content">
  <p:cSld name="OK_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5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K_content">
  <p:cSld name="2_OK_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56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K_content">
  <p:cSld name="3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57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7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57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" name="Google Shape;39;p57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K_content">
  <p:cSld name="2_OK_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1" type="ftr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_content">
  <p:cSld name="OK_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4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/>
        </p:nvSpPr>
        <p:spPr>
          <a:xfrm>
            <a:off x="1148080" y="664464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54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over">
  <p:cSld name="20_Cover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1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71"/>
          <p:cNvSpPr txBox="1"/>
          <p:nvPr>
            <p:ph idx="2" type="body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71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cxnSp>
        <p:nvCxnSpPr>
          <p:cNvPr id="60" name="Google Shape;60;p71"/>
          <p:cNvCxnSpPr/>
          <p:nvPr/>
        </p:nvCxnSpPr>
        <p:spPr>
          <a:xfrm>
            <a:off x="5683577" y="2913529"/>
            <a:ext cx="463158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71"/>
          <p:cNvSpPr/>
          <p:nvPr/>
        </p:nvSpPr>
        <p:spPr>
          <a:xfrm>
            <a:off x="10406597" y="381000"/>
            <a:ext cx="1404402" cy="6247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  <p:sp>
        <p:nvSpPr>
          <p:cNvPr id="62" name="Google Shape;62;p71"/>
          <p:cNvSpPr/>
          <p:nvPr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71975" spcFirstLastPara="1" rIns="91425" wrap="square" tIns="485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86">
          <p15:clr>
            <a:srgbClr val="FBAE40"/>
          </p15:clr>
        </p15:guide>
        <p15:guide id="2" pos="3568">
          <p15:clr>
            <a:srgbClr val="FBAE40"/>
          </p15:clr>
        </p15:guide>
        <p15:guide id="3" pos="318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K_content">
  <p:cSld name="3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2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72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2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72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2022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" name="Google Shape;68;p72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K_content">
  <p:cSld name="1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3"/>
          <p:cNvSpPr/>
          <p:nvPr>
            <p:ph idx="2" type="pic"/>
          </p:nvPr>
        </p:nvSpPr>
        <p:spPr>
          <a:xfrm>
            <a:off x="6840071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1" name="Google Shape;71;p73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2022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" name="Google Shape;72;p73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73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12">
          <p15:clr>
            <a:srgbClr val="FBAE40"/>
          </p15:clr>
        </p15:guide>
        <p15:guide id="2" pos="449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_content">
  <p:cSld name="OK_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7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over">
  <p:cSld name="20_Cover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2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62"/>
          <p:cNvSpPr txBox="1"/>
          <p:nvPr>
            <p:ph idx="2" type="body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62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cxnSp>
        <p:nvCxnSpPr>
          <p:cNvPr id="87" name="Google Shape;87;p62"/>
          <p:cNvCxnSpPr/>
          <p:nvPr/>
        </p:nvCxnSpPr>
        <p:spPr>
          <a:xfrm>
            <a:off x="5683577" y="2913529"/>
            <a:ext cx="463158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62"/>
          <p:cNvSpPr/>
          <p:nvPr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71975" spcFirstLastPara="1" rIns="91425" wrap="square" tIns="485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86">
          <p15:clr>
            <a:srgbClr val="FBAE40"/>
          </p15:clr>
        </p15:guide>
        <p15:guide id="2" pos="3568">
          <p15:clr>
            <a:srgbClr val="FBAE40"/>
          </p15:clr>
        </p15:guide>
        <p15:guide id="3" pos="318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OK_Overview">
  <p:cSld name="4_OK_Overview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3"/>
          <p:cNvSpPr txBox="1"/>
          <p:nvPr>
            <p:ph idx="1" type="body"/>
          </p:nvPr>
        </p:nvSpPr>
        <p:spPr>
          <a:xfrm>
            <a:off x="2206668" y="1155517"/>
            <a:ext cx="9613857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92" name="Google Shape;92;p63"/>
          <p:cNvSpPr txBox="1"/>
          <p:nvPr>
            <p:ph idx="2" type="body"/>
          </p:nvPr>
        </p:nvSpPr>
        <p:spPr>
          <a:xfrm>
            <a:off x="2206668" y="1828800"/>
            <a:ext cx="9613857" cy="2303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63"/>
          <p:cNvSpPr txBox="1"/>
          <p:nvPr>
            <p:ph idx="3" type="body"/>
          </p:nvPr>
        </p:nvSpPr>
        <p:spPr>
          <a:xfrm>
            <a:off x="2206668" y="4229093"/>
            <a:ext cx="9613857" cy="2079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AutoNum type="arabicPeriod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94" name="Google Shape;94;p63"/>
          <p:cNvCxnSpPr/>
          <p:nvPr/>
        </p:nvCxnSpPr>
        <p:spPr>
          <a:xfrm>
            <a:off x="2076866" y="1828801"/>
            <a:ext cx="0" cy="2303272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63"/>
          <p:cNvCxnSpPr/>
          <p:nvPr/>
        </p:nvCxnSpPr>
        <p:spPr>
          <a:xfrm>
            <a:off x="2076866" y="1155517"/>
            <a:ext cx="0" cy="576263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63"/>
          <p:cNvCxnSpPr/>
          <p:nvPr/>
        </p:nvCxnSpPr>
        <p:spPr>
          <a:xfrm>
            <a:off x="2076866" y="4229093"/>
            <a:ext cx="0" cy="2079632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63"/>
          <p:cNvCxnSpPr/>
          <p:nvPr/>
        </p:nvCxnSpPr>
        <p:spPr>
          <a:xfrm>
            <a:off x="2190792" y="1780291"/>
            <a:ext cx="961385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63"/>
          <p:cNvCxnSpPr/>
          <p:nvPr/>
        </p:nvCxnSpPr>
        <p:spPr>
          <a:xfrm>
            <a:off x="2190792" y="4180583"/>
            <a:ext cx="961385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63"/>
          <p:cNvSpPr txBox="1"/>
          <p:nvPr/>
        </p:nvSpPr>
        <p:spPr>
          <a:xfrm>
            <a:off x="384174" y="1155517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Source</a:t>
            </a:r>
            <a:endParaRPr b="1"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63"/>
          <p:cNvSpPr txBox="1"/>
          <p:nvPr/>
        </p:nvSpPr>
        <p:spPr>
          <a:xfrm>
            <a:off x="384174" y="1828801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Description</a:t>
            </a:r>
            <a:endParaRPr/>
          </a:p>
        </p:txBody>
      </p:sp>
      <p:sp>
        <p:nvSpPr>
          <p:cNvPr id="101" name="Google Shape;101;p63"/>
          <p:cNvSpPr txBox="1"/>
          <p:nvPr/>
        </p:nvSpPr>
        <p:spPr>
          <a:xfrm>
            <a:off x="384174" y="4229093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Application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K_content">
  <p:cSld name="2_OK_cont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4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04" name="Google Shape;104;p64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4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06" name="Google Shape;106;p64"/>
          <p:cNvSpPr txBox="1"/>
          <p:nvPr/>
        </p:nvSpPr>
        <p:spPr>
          <a:xfrm>
            <a:off x="1058779" y="66414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7" name="Google Shape;107;p64"/>
          <p:cNvSpPr txBox="1"/>
          <p:nvPr/>
        </p:nvSpPr>
        <p:spPr>
          <a:xfrm>
            <a:off x="1379621" y="66093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K_content">
  <p:cSld name="3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10" name="Google Shape;110;p6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5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12" name="Google Shape;112;p65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2023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3" name="Google Shape;113;p65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K_content">
  <p:cSld name="1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6"/>
          <p:cNvSpPr/>
          <p:nvPr>
            <p:ph idx="2" type="pic"/>
          </p:nvPr>
        </p:nvSpPr>
        <p:spPr>
          <a:xfrm>
            <a:off x="6840071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6" name="Google Shape;116;p66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2023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p66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66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19" name="Google Shape;119;p66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6"/>
          <p:cNvSpPr/>
          <p:nvPr/>
        </p:nvSpPr>
        <p:spPr>
          <a:xfrm>
            <a:off x="381001" y="6448425"/>
            <a:ext cx="1016793" cy="303439"/>
          </a:xfrm>
          <a:prstGeom prst="rect">
            <a:avLst/>
          </a:prstGeom>
          <a:solidFill>
            <a:srgbClr val="121E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112">
          <p15:clr>
            <a:srgbClr val="FBAE40"/>
          </p15:clr>
        </p15:guide>
        <p15:guide id="2" pos="449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_content">
  <p:cSld name="OK_conte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9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29" name="Google Shape;129;p49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over">
  <p:cSld name="20_Cover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4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p74"/>
          <p:cNvSpPr txBox="1"/>
          <p:nvPr>
            <p:ph idx="2" type="body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74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cxnSp>
        <p:nvCxnSpPr>
          <p:cNvPr id="134" name="Google Shape;134;p74"/>
          <p:cNvCxnSpPr/>
          <p:nvPr/>
        </p:nvCxnSpPr>
        <p:spPr>
          <a:xfrm>
            <a:off x="5683577" y="2913529"/>
            <a:ext cx="463158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74"/>
          <p:cNvSpPr/>
          <p:nvPr/>
        </p:nvSpPr>
        <p:spPr>
          <a:xfrm>
            <a:off x="10406597" y="381000"/>
            <a:ext cx="1404402" cy="6247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  <p:sp>
        <p:nvSpPr>
          <p:cNvPr id="136" name="Google Shape;136;p74"/>
          <p:cNvSpPr/>
          <p:nvPr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71975" spcFirstLastPara="1" rIns="91425" wrap="square" tIns="485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74"/>
          <p:cNvSpPr txBox="1"/>
          <p:nvPr>
            <p:ph idx="4" type="body"/>
          </p:nvPr>
        </p:nvSpPr>
        <p:spPr>
          <a:xfrm>
            <a:off x="5678488" y="5792356"/>
            <a:ext cx="4727903" cy="391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0" i="0" sz="14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74"/>
          <p:cNvSpPr txBox="1"/>
          <p:nvPr>
            <p:ph idx="5" type="body"/>
          </p:nvPr>
        </p:nvSpPr>
        <p:spPr>
          <a:xfrm>
            <a:off x="5678488" y="4813987"/>
            <a:ext cx="472790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139" name="Google Shape;139;p74"/>
          <p:cNvCxnSpPr/>
          <p:nvPr/>
        </p:nvCxnSpPr>
        <p:spPr>
          <a:xfrm>
            <a:off x="5664200" y="5769303"/>
            <a:ext cx="805756" cy="0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386">
          <p15:clr>
            <a:srgbClr val="FBAE40"/>
          </p15:clr>
        </p15:guide>
        <p15:guide id="2" pos="3568">
          <p15:clr>
            <a:srgbClr val="FBAE40"/>
          </p15:clr>
        </p15:guide>
        <p15:guide id="3" pos="318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K_content">
  <p:cSld name="2_OK_conten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42" name="Google Shape;142;p7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5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K_content">
  <p:cSld name="3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6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46" name="Google Shape;146;p76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76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48" name="Google Shape;148;p76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2022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p76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K_content">
  <p:cSld name="1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7"/>
          <p:cNvSpPr/>
          <p:nvPr>
            <p:ph idx="2" type="pic"/>
          </p:nvPr>
        </p:nvSpPr>
        <p:spPr>
          <a:xfrm>
            <a:off x="6840071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2" name="Google Shape;152;p77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2022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3" name="Google Shape;153;p77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77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77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12">
          <p15:clr>
            <a:srgbClr val="FBAE40"/>
          </p15:clr>
        </p15:guide>
        <p15:guide id="2" pos="449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_content">
  <p:cSld name="OK_conte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1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63" name="Google Shape;163;p51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over">
  <p:cSld name="20_Cover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7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66" name="Google Shape;166;p67"/>
          <p:cNvSpPr txBox="1"/>
          <p:nvPr>
            <p:ph idx="2" type="body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67" name="Google Shape;167;p67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cxnSp>
        <p:nvCxnSpPr>
          <p:cNvPr id="168" name="Google Shape;168;p67"/>
          <p:cNvCxnSpPr/>
          <p:nvPr/>
        </p:nvCxnSpPr>
        <p:spPr>
          <a:xfrm>
            <a:off x="5683577" y="2913529"/>
            <a:ext cx="463158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67"/>
          <p:cNvSpPr/>
          <p:nvPr/>
        </p:nvSpPr>
        <p:spPr>
          <a:xfrm>
            <a:off x="10406597" y="381000"/>
            <a:ext cx="1404402" cy="6247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  <p:sp>
        <p:nvSpPr>
          <p:cNvPr id="170" name="Google Shape;170;p67"/>
          <p:cNvSpPr/>
          <p:nvPr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71975" spcFirstLastPara="1" rIns="91425" wrap="square" tIns="485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86">
          <p15:clr>
            <a:srgbClr val="FBAE40"/>
          </p15:clr>
        </p15:guide>
        <p15:guide id="2" pos="3568">
          <p15:clr>
            <a:srgbClr val="FBAE40"/>
          </p15:clr>
        </p15:guide>
        <p15:guide id="3" pos="318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K_content">
  <p:cSld name="2_OK_conten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8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73" name="Google Shape;173;p68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68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K_content">
  <p:cSld name="3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9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77" name="Google Shape;177;p69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69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79" name="Google Shape;179;p69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69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K_content">
  <p:cSld name="1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0"/>
          <p:cNvSpPr/>
          <p:nvPr>
            <p:ph idx="2" type="pic"/>
          </p:nvPr>
        </p:nvSpPr>
        <p:spPr>
          <a:xfrm>
            <a:off x="6840071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3" name="Google Shape;183;p70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4" name="Google Shape;184;p70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5" name="Google Shape;185;p70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86" name="Google Shape;186;p70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12">
          <p15:clr>
            <a:srgbClr val="FBAE40"/>
          </p15:clr>
        </p15:guide>
        <p15:guide id="2" pos="449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_content">
  <p:cSld name="OK_conten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3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94" name="Google Shape;194;p5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53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over">
  <p:cSld name="20_Cover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8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58"/>
          <p:cNvSpPr txBox="1"/>
          <p:nvPr>
            <p:ph idx="2" type="body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199" name="Google Shape;199;p58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cxnSp>
        <p:nvCxnSpPr>
          <p:cNvPr id="200" name="Google Shape;200;p58"/>
          <p:cNvCxnSpPr/>
          <p:nvPr/>
        </p:nvCxnSpPr>
        <p:spPr>
          <a:xfrm>
            <a:off x="5683577" y="2913529"/>
            <a:ext cx="463158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58"/>
          <p:cNvSpPr/>
          <p:nvPr/>
        </p:nvSpPr>
        <p:spPr>
          <a:xfrm>
            <a:off x="10406597" y="381000"/>
            <a:ext cx="1404402" cy="6247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  <p:sp>
        <p:nvSpPr>
          <p:cNvPr id="202" name="Google Shape;202;p58"/>
          <p:cNvSpPr/>
          <p:nvPr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71975" spcFirstLastPara="1" rIns="91425" wrap="square" tIns="485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86">
          <p15:clr>
            <a:srgbClr val="FBAE40"/>
          </p15:clr>
        </p15:guide>
        <p15:guide id="2" pos="3568">
          <p15:clr>
            <a:srgbClr val="FBAE40"/>
          </p15:clr>
        </p15:guide>
        <p15:guide id="3" pos="318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K_content">
  <p:cSld name="2_OK_conten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9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05" name="Google Shape;205;p59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9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07" name="Google Shape;207;p59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K_content">
  <p:cSld name="3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0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10" name="Google Shape;210;p60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0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12" name="Google Shape;212;p60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3" name="Google Shape;213;p60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K_content">
  <p:cSld name="1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1"/>
          <p:cNvSpPr/>
          <p:nvPr>
            <p:ph idx="2" type="pic"/>
          </p:nvPr>
        </p:nvSpPr>
        <p:spPr>
          <a:xfrm>
            <a:off x="6840071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6" name="Google Shape;216;p61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7" name="Google Shape;217;p61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8" name="Google Shape;218;p61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p61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61"/>
          <p:cNvSpPr txBox="1"/>
          <p:nvPr/>
        </p:nvSpPr>
        <p:spPr>
          <a:xfrm>
            <a:off x="1014153" y="66584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1" name="Google Shape;221;p61"/>
          <p:cNvSpPr txBox="1"/>
          <p:nvPr/>
        </p:nvSpPr>
        <p:spPr>
          <a:xfrm>
            <a:off x="1587731" y="648392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2" name="Google Shape;222;p61"/>
          <p:cNvSpPr txBox="1"/>
          <p:nvPr/>
        </p:nvSpPr>
        <p:spPr>
          <a:xfrm>
            <a:off x="1463040" y="660030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112">
          <p15:clr>
            <a:srgbClr val="FBAE40"/>
          </p15:clr>
        </p15:guide>
        <p15:guide id="2" pos="449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over">
  <p:cSld name="20_Cover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9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30" name="Google Shape;230;p79"/>
          <p:cNvSpPr txBox="1"/>
          <p:nvPr>
            <p:ph idx="2" type="body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31" name="Google Shape;231;p79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cxnSp>
        <p:nvCxnSpPr>
          <p:cNvPr id="232" name="Google Shape;232;p79"/>
          <p:cNvCxnSpPr/>
          <p:nvPr/>
        </p:nvCxnSpPr>
        <p:spPr>
          <a:xfrm>
            <a:off x="5683577" y="2913529"/>
            <a:ext cx="463158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79"/>
          <p:cNvSpPr/>
          <p:nvPr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71975" spcFirstLastPara="1" rIns="91425" wrap="square" tIns="485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386">
          <p15:clr>
            <a:srgbClr val="FBAE40"/>
          </p15:clr>
        </p15:guide>
        <p15:guide id="2" pos="3568">
          <p15:clr>
            <a:srgbClr val="FBAE40"/>
          </p15:clr>
        </p15:guide>
        <p15:guide id="3" pos="318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_content">
  <p:cSld name="OK_content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0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80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OK_Overview">
  <p:cSld name="4_OK_Overview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1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81"/>
          <p:cNvSpPr txBox="1"/>
          <p:nvPr>
            <p:ph idx="1" type="body"/>
          </p:nvPr>
        </p:nvSpPr>
        <p:spPr>
          <a:xfrm>
            <a:off x="2206668" y="1155517"/>
            <a:ext cx="96138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40" name="Google Shape;240;p81"/>
          <p:cNvSpPr txBox="1"/>
          <p:nvPr>
            <p:ph idx="2" type="body"/>
          </p:nvPr>
        </p:nvSpPr>
        <p:spPr>
          <a:xfrm>
            <a:off x="2206668" y="1709946"/>
            <a:ext cx="9613857" cy="2303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41" name="Google Shape;241;p81"/>
          <p:cNvSpPr txBox="1"/>
          <p:nvPr>
            <p:ph idx="3" type="body"/>
          </p:nvPr>
        </p:nvSpPr>
        <p:spPr>
          <a:xfrm>
            <a:off x="2206668" y="4229093"/>
            <a:ext cx="9613857" cy="2079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AutoNum type="arabicPeriod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42" name="Google Shape;242;p81"/>
          <p:cNvCxnSpPr/>
          <p:nvPr/>
        </p:nvCxnSpPr>
        <p:spPr>
          <a:xfrm>
            <a:off x="2076866" y="1709946"/>
            <a:ext cx="0" cy="2303272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81"/>
          <p:cNvCxnSpPr/>
          <p:nvPr/>
        </p:nvCxnSpPr>
        <p:spPr>
          <a:xfrm>
            <a:off x="2076866" y="1155517"/>
            <a:ext cx="0" cy="338554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81"/>
          <p:cNvCxnSpPr/>
          <p:nvPr/>
        </p:nvCxnSpPr>
        <p:spPr>
          <a:xfrm>
            <a:off x="2076866" y="4229093"/>
            <a:ext cx="0" cy="2079632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81"/>
          <p:cNvCxnSpPr/>
          <p:nvPr/>
        </p:nvCxnSpPr>
        <p:spPr>
          <a:xfrm>
            <a:off x="2190792" y="1602008"/>
            <a:ext cx="961385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81"/>
          <p:cNvCxnSpPr/>
          <p:nvPr/>
        </p:nvCxnSpPr>
        <p:spPr>
          <a:xfrm>
            <a:off x="2190792" y="4121155"/>
            <a:ext cx="961385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81"/>
          <p:cNvSpPr txBox="1"/>
          <p:nvPr/>
        </p:nvSpPr>
        <p:spPr>
          <a:xfrm>
            <a:off x="384174" y="1155517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Source</a:t>
            </a:r>
            <a:endParaRPr b="1"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81"/>
          <p:cNvSpPr txBox="1"/>
          <p:nvPr/>
        </p:nvSpPr>
        <p:spPr>
          <a:xfrm>
            <a:off x="384174" y="1828801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Description</a:t>
            </a:r>
            <a:endParaRPr/>
          </a:p>
        </p:txBody>
      </p:sp>
      <p:sp>
        <p:nvSpPr>
          <p:cNvPr id="249" name="Google Shape;249;p81"/>
          <p:cNvSpPr txBox="1"/>
          <p:nvPr/>
        </p:nvSpPr>
        <p:spPr>
          <a:xfrm>
            <a:off x="384174" y="4229093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Application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OK_Overview">
  <p:cSld name="5_OK_Overview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2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82"/>
          <p:cNvSpPr txBox="1"/>
          <p:nvPr>
            <p:ph idx="1" type="body"/>
          </p:nvPr>
        </p:nvSpPr>
        <p:spPr>
          <a:xfrm>
            <a:off x="2206668" y="1155517"/>
            <a:ext cx="9613857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53" name="Google Shape;253;p82"/>
          <p:cNvSpPr txBox="1"/>
          <p:nvPr>
            <p:ph idx="2" type="body"/>
          </p:nvPr>
        </p:nvSpPr>
        <p:spPr>
          <a:xfrm>
            <a:off x="2206668" y="1828801"/>
            <a:ext cx="9613857" cy="2242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54" name="Google Shape;254;p82"/>
          <p:cNvSpPr txBox="1"/>
          <p:nvPr>
            <p:ph idx="3" type="body"/>
          </p:nvPr>
        </p:nvSpPr>
        <p:spPr>
          <a:xfrm>
            <a:off x="2206668" y="4287023"/>
            <a:ext cx="9613857" cy="202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AutoNum type="arabicPeriod"/>
              <a:defRPr b="0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55" name="Google Shape;255;p82"/>
          <p:cNvCxnSpPr/>
          <p:nvPr/>
        </p:nvCxnSpPr>
        <p:spPr>
          <a:xfrm>
            <a:off x="2076866" y="1828801"/>
            <a:ext cx="0" cy="2245343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6" name="Google Shape;256;p82"/>
          <p:cNvCxnSpPr/>
          <p:nvPr/>
        </p:nvCxnSpPr>
        <p:spPr>
          <a:xfrm>
            <a:off x="2076866" y="1155517"/>
            <a:ext cx="0" cy="507831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7" name="Google Shape;257;p82"/>
          <p:cNvCxnSpPr/>
          <p:nvPr/>
        </p:nvCxnSpPr>
        <p:spPr>
          <a:xfrm>
            <a:off x="2076866" y="4291013"/>
            <a:ext cx="0" cy="2017712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8" name="Google Shape;258;p82"/>
          <p:cNvCxnSpPr/>
          <p:nvPr/>
        </p:nvCxnSpPr>
        <p:spPr>
          <a:xfrm>
            <a:off x="2190792" y="1746074"/>
            <a:ext cx="961385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9" name="Google Shape;259;p82"/>
          <p:cNvCxnSpPr/>
          <p:nvPr/>
        </p:nvCxnSpPr>
        <p:spPr>
          <a:xfrm>
            <a:off x="2190792" y="4178983"/>
            <a:ext cx="961385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p82"/>
          <p:cNvSpPr txBox="1"/>
          <p:nvPr/>
        </p:nvSpPr>
        <p:spPr>
          <a:xfrm>
            <a:off x="384174" y="1155517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Source</a:t>
            </a:r>
            <a:endParaRPr b="1"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1" name="Google Shape;261;p82"/>
          <p:cNvSpPr txBox="1"/>
          <p:nvPr/>
        </p:nvSpPr>
        <p:spPr>
          <a:xfrm>
            <a:off x="384174" y="1828801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Description</a:t>
            </a:r>
            <a:endParaRPr/>
          </a:p>
        </p:txBody>
      </p:sp>
      <p:sp>
        <p:nvSpPr>
          <p:cNvPr id="262" name="Google Shape;262;p82"/>
          <p:cNvSpPr txBox="1"/>
          <p:nvPr/>
        </p:nvSpPr>
        <p:spPr>
          <a:xfrm>
            <a:off x="384174" y="4229093"/>
            <a:ext cx="16685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Application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OK_content">
  <p:cSld name="2_OK_conten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3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65" name="Google Shape;265;p8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83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OK_content">
  <p:cSld name="3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4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69" name="Google Shape;269;p84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84"/>
          <p:cNvSpPr txBox="1"/>
          <p:nvPr>
            <p:ph idx="2" type="body"/>
          </p:nvPr>
        </p:nvSpPr>
        <p:spPr>
          <a:xfrm>
            <a:off x="371475" y="1520825"/>
            <a:ext cx="1144905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71" name="Google Shape;271;p84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2" name="Google Shape;272;p84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K_content">
  <p:cSld name="1_OK_content">
    <p:bg>
      <p:bgPr>
        <a:gradFill>
          <a:gsLst>
            <a:gs pos="0">
              <a:schemeClr val="dk2"/>
            </a:gs>
            <a:gs pos="99000">
              <a:schemeClr val="accent1"/>
            </a:gs>
            <a:gs pos="100000">
              <a:schemeClr val="accent1"/>
            </a:gs>
          </a:gsLst>
          <a:lin ang="2700000" scaled="0"/>
        </a:gra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5"/>
          <p:cNvSpPr/>
          <p:nvPr>
            <p:ph idx="2" type="pic"/>
          </p:nvPr>
        </p:nvSpPr>
        <p:spPr>
          <a:xfrm>
            <a:off x="6840071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5" name="Google Shape;275;p85"/>
          <p:cNvSpPr txBox="1"/>
          <p:nvPr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Copyright © 2024 All rights reserved.</a:t>
            </a:r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6" name="Google Shape;276;p85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7" name="Google Shape;277;p8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278" name="Google Shape;278;p8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85"/>
          <p:cNvSpPr/>
          <p:nvPr/>
        </p:nvSpPr>
        <p:spPr>
          <a:xfrm>
            <a:off x="381001" y="6448425"/>
            <a:ext cx="1016793" cy="303439"/>
          </a:xfrm>
          <a:prstGeom prst="rect">
            <a:avLst/>
          </a:prstGeom>
          <a:solidFill>
            <a:srgbClr val="121E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4112">
          <p15:clr>
            <a:srgbClr val="FBAE40"/>
          </p15:clr>
        </p15:guide>
        <p15:guide id="2" pos="449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7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theme" Target="../theme/theme8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theme" Target="../theme/theme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3599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41"/>
          <p:cNvSpPr txBox="1"/>
          <p:nvPr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41"/>
          <p:cNvSpPr txBox="1"/>
          <p:nvPr>
            <p:ph idx="1" type="body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" name="Google Shape;13;p41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74">
          <p15:clr>
            <a:srgbClr val="5ACBF0"/>
          </p15:clr>
        </p15:guide>
        <p15:guide id="2" orient="horz" pos="7994">
          <p15:clr>
            <a:srgbClr val="5ACBF0"/>
          </p15:clr>
        </p15:guide>
        <p15:guide id="3" orient="horz" pos="8153">
          <p15:clr>
            <a:srgbClr val="5ACBF0"/>
          </p15:clr>
        </p15:guide>
        <p15:guide id="4" pos="14916">
          <p15:clr>
            <a:srgbClr val="5ACBF0"/>
          </p15:clr>
        </p15:guide>
        <p15:guide id="5" orient="horz" pos="867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958">
          <p15:clr>
            <a:srgbClr val="F26B43"/>
          </p15:clr>
        </p15:guide>
        <p15:guide id="8" orient="horz" pos="232">
          <p15:clr>
            <a:srgbClr val="F26B43"/>
          </p15:clr>
        </p15:guide>
        <p15:guide id="9" orient="horz" pos="4156">
          <p15:clr>
            <a:srgbClr val="5ACBF0"/>
          </p15:clr>
        </p15:guide>
        <p15:guide id="10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3599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" name="Google Shape;42;p43"/>
          <p:cNvSpPr txBox="1"/>
          <p:nvPr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43"/>
          <p:cNvSpPr txBox="1"/>
          <p:nvPr>
            <p:ph idx="1" type="body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4" name="Google Shape;44;p43"/>
          <p:cNvSpPr txBox="1"/>
          <p:nvPr>
            <p:ph idx="11" type="ftr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pic>
        <p:nvPicPr>
          <p:cNvPr id="45" name="Google Shape;45;p4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79288" y="6520381"/>
            <a:ext cx="1442085" cy="16639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  <p:sldLayoutId id="2147483656" r:id="rId3"/>
    <p:sldLayoutId id="2147483657" r:id="rId4"/>
    <p:sldLayoutId id="2147483658" r:id="rId5"/>
    <p:sldLayoutId id="214748365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74">
          <p15:clr>
            <a:srgbClr val="5ACBF0"/>
          </p15:clr>
        </p15:guide>
        <p15:guide id="2" orient="horz" pos="7994">
          <p15:clr>
            <a:srgbClr val="5ACBF0"/>
          </p15:clr>
        </p15:guide>
        <p15:guide id="3" orient="horz" pos="8153">
          <p15:clr>
            <a:srgbClr val="5ACBF0"/>
          </p15:clr>
        </p15:guide>
        <p15:guide id="4" pos="14916">
          <p15:clr>
            <a:srgbClr val="5ACBF0"/>
          </p15:clr>
        </p15:guide>
        <p15:guide id="5" orient="horz" pos="867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958">
          <p15:clr>
            <a:srgbClr val="F26B43"/>
          </p15:clr>
        </p15:guide>
        <p15:guide id="8" orient="horz" pos="232">
          <p15:clr>
            <a:srgbClr val="F26B43"/>
          </p15:clr>
        </p15:guide>
        <p15:guide id="9" orient="horz" pos="4156">
          <p15:clr>
            <a:srgbClr val="5ACBF0"/>
          </p15:clr>
        </p15:guide>
        <p15:guide id="10" pos="23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6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3599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46"/>
          <p:cNvSpPr txBox="1"/>
          <p:nvPr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46"/>
          <p:cNvSpPr txBox="1"/>
          <p:nvPr>
            <p:ph idx="1" type="body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9" name="Google Shape;79;p46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74">
          <p15:clr>
            <a:srgbClr val="5ACBF0"/>
          </p15:clr>
        </p15:guide>
        <p15:guide id="2" orient="horz" pos="7994">
          <p15:clr>
            <a:srgbClr val="5ACBF0"/>
          </p15:clr>
        </p15:guide>
        <p15:guide id="3" orient="horz" pos="8153">
          <p15:clr>
            <a:srgbClr val="5ACBF0"/>
          </p15:clr>
        </p15:guide>
        <p15:guide id="4" pos="14916">
          <p15:clr>
            <a:srgbClr val="5ACBF0"/>
          </p15:clr>
        </p15:guide>
        <p15:guide id="5" orient="horz" pos="867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958">
          <p15:clr>
            <a:srgbClr val="F26B43"/>
          </p15:clr>
        </p15:guide>
        <p15:guide id="8" orient="horz" pos="232">
          <p15:clr>
            <a:srgbClr val="F26B43"/>
          </p15:clr>
        </p15:guide>
        <p15:guide id="9" orient="horz" pos="4156">
          <p15:clr>
            <a:srgbClr val="5ACBF0"/>
          </p15:clr>
        </p15:guide>
        <p15:guide id="10" pos="23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8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3599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" name="Google Shape;123;p48"/>
          <p:cNvSpPr txBox="1"/>
          <p:nvPr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4" name="Google Shape;124;p48"/>
          <p:cNvSpPr txBox="1"/>
          <p:nvPr>
            <p:ph idx="1" type="body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5" name="Google Shape;125;p48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  <p:sp>
        <p:nvSpPr>
          <p:cNvPr id="126" name="Google Shape;126;p48"/>
          <p:cNvSpPr txBox="1"/>
          <p:nvPr>
            <p:ph idx="11" type="ftr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74">
          <p15:clr>
            <a:srgbClr val="5ACBF0"/>
          </p15:clr>
        </p15:guide>
        <p15:guide id="2" orient="horz" pos="7994">
          <p15:clr>
            <a:srgbClr val="5ACBF0"/>
          </p15:clr>
        </p15:guide>
        <p15:guide id="3" orient="horz" pos="8153">
          <p15:clr>
            <a:srgbClr val="5ACBF0"/>
          </p15:clr>
        </p15:guide>
        <p15:guide id="4" pos="14916">
          <p15:clr>
            <a:srgbClr val="5ACBF0"/>
          </p15:clr>
        </p15:guide>
        <p15:guide id="5" orient="horz" pos="867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958">
          <p15:clr>
            <a:srgbClr val="F26B43"/>
          </p15:clr>
        </p15:guide>
        <p15:guide id="8" orient="horz" pos="232">
          <p15:clr>
            <a:srgbClr val="F26B43"/>
          </p15:clr>
        </p15:guide>
        <p15:guide id="9" orient="horz" pos="4156">
          <p15:clr>
            <a:srgbClr val="5ACBF0"/>
          </p15:clr>
        </p15:guide>
        <p15:guide id="10" pos="23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0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3599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50"/>
          <p:cNvSpPr txBox="1"/>
          <p:nvPr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9" name="Google Shape;159;p50"/>
          <p:cNvSpPr txBox="1"/>
          <p:nvPr>
            <p:ph idx="1" type="body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0" name="Google Shape;160;p50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74">
          <p15:clr>
            <a:srgbClr val="5ACBF0"/>
          </p15:clr>
        </p15:guide>
        <p15:guide id="2" orient="horz" pos="7994">
          <p15:clr>
            <a:srgbClr val="5ACBF0"/>
          </p15:clr>
        </p15:guide>
        <p15:guide id="3" orient="horz" pos="8153">
          <p15:clr>
            <a:srgbClr val="5ACBF0"/>
          </p15:clr>
        </p15:guide>
        <p15:guide id="4" pos="14916">
          <p15:clr>
            <a:srgbClr val="5ACBF0"/>
          </p15:clr>
        </p15:guide>
        <p15:guide id="5" orient="horz" pos="867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958">
          <p15:clr>
            <a:srgbClr val="F26B43"/>
          </p15:clr>
        </p15:guide>
        <p15:guide id="8" orient="horz" pos="232">
          <p15:clr>
            <a:srgbClr val="F26B43"/>
          </p15:clr>
        </p15:guide>
        <p15:guide id="9" orient="horz" pos="4156">
          <p15:clr>
            <a:srgbClr val="5ACBF0"/>
          </p15:clr>
        </p15:guide>
        <p15:guide id="10" pos="23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2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3599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52"/>
          <p:cNvSpPr txBox="1"/>
          <p:nvPr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0" name="Google Shape;190;p52"/>
          <p:cNvSpPr txBox="1"/>
          <p:nvPr>
            <p:ph idx="1" type="body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91" name="Google Shape;191;p52"/>
          <p:cNvSpPr/>
          <p:nvPr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74">
          <p15:clr>
            <a:srgbClr val="5ACBF0"/>
          </p15:clr>
        </p15:guide>
        <p15:guide id="2" orient="horz" pos="7994">
          <p15:clr>
            <a:srgbClr val="5ACBF0"/>
          </p15:clr>
        </p15:guide>
        <p15:guide id="3" orient="horz" pos="8153">
          <p15:clr>
            <a:srgbClr val="5ACBF0"/>
          </p15:clr>
        </p15:guide>
        <p15:guide id="4" pos="14916">
          <p15:clr>
            <a:srgbClr val="5ACBF0"/>
          </p15:clr>
        </p15:guide>
        <p15:guide id="5" orient="horz" pos="867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958">
          <p15:clr>
            <a:srgbClr val="F26B43"/>
          </p15:clr>
        </p15:guide>
        <p15:guide id="8" orient="horz" pos="232">
          <p15:clr>
            <a:srgbClr val="F26B43"/>
          </p15:clr>
        </p15:guide>
        <p15:guide id="9" orient="horz" pos="4156">
          <p15:clr>
            <a:srgbClr val="5ACBF0"/>
          </p15:clr>
        </p15:guide>
        <p15:guide id="10" pos="234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8"/>
          <p:cNvSpPr txBox="1"/>
          <p:nvPr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3599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5" name="Google Shape;225;p78"/>
          <p:cNvSpPr txBox="1"/>
          <p:nvPr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6" name="Google Shape;226;p78"/>
          <p:cNvSpPr txBox="1"/>
          <p:nvPr>
            <p:ph idx="1" type="body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27" name="Google Shape;227;p78"/>
          <p:cNvSpPr txBox="1"/>
          <p:nvPr/>
        </p:nvSpPr>
        <p:spPr>
          <a:xfrm>
            <a:off x="371475" y="6460383"/>
            <a:ext cx="1008505" cy="24068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logo here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74">
          <p15:clr>
            <a:srgbClr val="5ACBF0"/>
          </p15:clr>
        </p15:guide>
        <p15:guide id="2" orient="horz" pos="7994">
          <p15:clr>
            <a:srgbClr val="5ACBF0"/>
          </p15:clr>
        </p15:guide>
        <p15:guide id="3" orient="horz" pos="8153">
          <p15:clr>
            <a:srgbClr val="5ACBF0"/>
          </p15:clr>
        </p15:guide>
        <p15:guide id="4" pos="14916">
          <p15:clr>
            <a:srgbClr val="5ACBF0"/>
          </p15:clr>
        </p15:guide>
        <p15:guide id="5" orient="horz" pos="867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958">
          <p15:clr>
            <a:srgbClr val="F26B43"/>
          </p15:clr>
        </p15:guide>
        <p15:guide id="8" orient="horz" pos="232">
          <p15:clr>
            <a:srgbClr val="F26B43"/>
          </p15:clr>
        </p15:guide>
        <p15:guide id="9" orient="horz" pos="4156">
          <p15:clr>
            <a:srgbClr val="5ACBF0"/>
          </p15:clr>
        </p15:guide>
        <p15:guide id="10" pos="23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umbrex.com/resources/powerpoint-slides/powerpoint-templates-download/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hyperlink" Target="https://umbrex.com/resources/powerpoint-slides/powerpoint-templates-download/" TargetMode="External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10" Type="http://schemas.openxmlformats.org/officeDocument/2006/relationships/image" Target="../media/image6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umbrex.com/resources/consulting-fees/" TargetMode="External"/><Relationship Id="rId4" Type="http://schemas.openxmlformats.org/officeDocument/2006/relationships/hyperlink" Target="https://umbrex.com/resources/consulting-fees/" TargetMode="External"/><Relationship Id="rId10" Type="http://schemas.openxmlformats.org/officeDocument/2006/relationships/hyperlink" Target="https://umbrex.com/resources/consulting-fees/" TargetMode="External"/><Relationship Id="rId9" Type="http://schemas.openxmlformats.org/officeDocument/2006/relationships/hyperlink" Target="https://umbrex.com/resources/consulting-fees/" TargetMode="External"/><Relationship Id="rId5" Type="http://schemas.openxmlformats.org/officeDocument/2006/relationships/hyperlink" Target="https://umbrex.com/resources/consulting-fees/" TargetMode="External"/><Relationship Id="rId6" Type="http://schemas.openxmlformats.org/officeDocument/2006/relationships/hyperlink" Target="https://umbrex.com/resources/consulting-fees/" TargetMode="External"/><Relationship Id="rId7" Type="http://schemas.openxmlformats.org/officeDocument/2006/relationships/hyperlink" Target="https://umbrex.com/resources/consulting-fees/" TargetMode="External"/><Relationship Id="rId8" Type="http://schemas.openxmlformats.org/officeDocument/2006/relationships/hyperlink" Target="https://umbrex.com/resources/consulting-fees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"/>
          <p:cNvSpPr/>
          <p:nvPr>
            <p:ph idx="3" type="pic"/>
          </p:nvPr>
        </p:nvSpPr>
        <p:spPr>
          <a:xfrm>
            <a:off x="0" y="0"/>
            <a:ext cx="53519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86" name="Google Shape;286;p1"/>
          <p:cNvSpPr txBox="1"/>
          <p:nvPr>
            <p:ph idx="1" type="body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Project Management Toolkit</a:t>
            </a:r>
            <a:endParaRPr/>
          </a:p>
        </p:txBody>
      </p:sp>
      <p:sp>
        <p:nvSpPr>
          <p:cNvPr id="287" name="Google Shape;287;p1"/>
          <p:cNvSpPr txBox="1"/>
          <p:nvPr>
            <p:ph idx="2" type="body"/>
          </p:nvPr>
        </p:nvSpPr>
        <p:spPr>
          <a:xfrm>
            <a:off x="5678693" y="3195622"/>
            <a:ext cx="4727903" cy="466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Subtitle goes here</a:t>
            </a:r>
            <a:endParaRPr/>
          </a:p>
        </p:txBody>
      </p:sp>
      <p:sp>
        <p:nvSpPr>
          <p:cNvPr id="288" name="Google Shape;288;p1"/>
          <p:cNvSpPr txBox="1"/>
          <p:nvPr/>
        </p:nvSpPr>
        <p:spPr>
          <a:xfrm>
            <a:off x="9213574" y="292210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p1"/>
          <p:cNvSpPr txBox="1"/>
          <p:nvPr/>
        </p:nvSpPr>
        <p:spPr>
          <a:xfrm>
            <a:off x="10227365" y="293204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How to replace the placeholder logo in this template</a:t>
            </a:r>
            <a:endParaRPr/>
          </a:p>
        </p:txBody>
      </p:sp>
      <p:sp>
        <p:nvSpPr>
          <p:cNvPr id="295" name="Google Shape;295;p2"/>
          <p:cNvSpPr/>
          <p:nvPr/>
        </p:nvSpPr>
        <p:spPr>
          <a:xfrm>
            <a:off x="8552329" y="4961966"/>
            <a:ext cx="3268196" cy="1346760"/>
          </a:xfrm>
          <a:prstGeom prst="roundRect">
            <a:avLst>
              <a:gd fmla="val 0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Watch video: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b="0" i="0" lang="en-US" sz="1800" u="sng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replace the placeholder logo</a:t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6" name="Google Shape;296;p2"/>
          <p:cNvSpPr txBox="1"/>
          <p:nvPr/>
        </p:nvSpPr>
        <p:spPr>
          <a:xfrm>
            <a:off x="911792" y="2757420"/>
            <a:ext cx="272049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View &gt; Slide Master</a:t>
            </a:r>
            <a:endParaRPr/>
          </a:p>
        </p:txBody>
      </p:sp>
      <p:sp>
        <p:nvSpPr>
          <p:cNvPr id="297" name="Google Shape;297;p2"/>
          <p:cNvSpPr/>
          <p:nvPr/>
        </p:nvSpPr>
        <p:spPr>
          <a:xfrm>
            <a:off x="383111" y="161923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298" name="Google Shape;298;p2"/>
          <p:cNvSpPr txBox="1"/>
          <p:nvPr/>
        </p:nvSpPr>
        <p:spPr>
          <a:xfrm>
            <a:off x="2689723" y="4259513"/>
            <a:ext cx="713655" cy="531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Select the top Master slide</a:t>
            </a:r>
            <a:endParaRPr/>
          </a:p>
        </p:txBody>
      </p:sp>
      <p:sp>
        <p:nvSpPr>
          <p:cNvPr id="299" name="Google Shape;299;p2"/>
          <p:cNvSpPr/>
          <p:nvPr/>
        </p:nvSpPr>
        <p:spPr>
          <a:xfrm>
            <a:off x="4300289" y="161923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300" name="Google Shape;300;p2"/>
          <p:cNvSpPr txBox="1"/>
          <p:nvPr/>
        </p:nvSpPr>
        <p:spPr>
          <a:xfrm>
            <a:off x="4860554" y="3257793"/>
            <a:ext cx="272049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Delete placeholder logo from Master slide</a:t>
            </a:r>
            <a:endParaRPr/>
          </a:p>
        </p:txBody>
      </p:sp>
      <p:sp>
        <p:nvSpPr>
          <p:cNvPr id="301" name="Google Shape;301;p2"/>
          <p:cNvSpPr txBox="1"/>
          <p:nvPr/>
        </p:nvSpPr>
        <p:spPr>
          <a:xfrm>
            <a:off x="5144206" y="5592724"/>
            <a:ext cx="272049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Select Insert &gt; Pictures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Browse and select your logo</a:t>
            </a:r>
            <a:endParaRPr/>
          </a:p>
        </p:txBody>
      </p:sp>
      <p:sp>
        <p:nvSpPr>
          <p:cNvPr id="302" name="Google Shape;302;p2"/>
          <p:cNvSpPr/>
          <p:nvPr/>
        </p:nvSpPr>
        <p:spPr>
          <a:xfrm>
            <a:off x="4300289" y="4158734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303" name="Google Shape;303;p2"/>
          <p:cNvSpPr/>
          <p:nvPr/>
        </p:nvSpPr>
        <p:spPr>
          <a:xfrm>
            <a:off x="8052796" y="161923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/>
          </a:p>
        </p:txBody>
      </p:sp>
      <p:sp>
        <p:nvSpPr>
          <p:cNvPr id="304" name="Google Shape;304;p2"/>
          <p:cNvSpPr txBox="1"/>
          <p:nvPr/>
        </p:nvSpPr>
        <p:spPr>
          <a:xfrm>
            <a:off x="8619566" y="3257793"/>
            <a:ext cx="3146892" cy="171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Move your own logo into position on the Master slide.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OR: Just delete the placeholder logo from the Master and leave that space blank.</a:t>
            </a:r>
            <a:endParaRPr/>
          </a:p>
        </p:txBody>
      </p:sp>
      <p:pic>
        <p:nvPicPr>
          <p:cNvPr id="305" name="Google Shape;3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004" y="1640031"/>
            <a:ext cx="2836141" cy="89968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"/>
          <p:cNvSpPr/>
          <p:nvPr/>
        </p:nvSpPr>
        <p:spPr>
          <a:xfrm>
            <a:off x="2798619" y="1856511"/>
            <a:ext cx="734289" cy="734289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07" name="Google Shape;307;p2"/>
          <p:cNvGrpSpPr/>
          <p:nvPr/>
        </p:nvGrpSpPr>
        <p:grpSpPr>
          <a:xfrm>
            <a:off x="383111" y="3442856"/>
            <a:ext cx="2143258" cy="2175163"/>
            <a:chOff x="383111" y="3442856"/>
            <a:chExt cx="2143258" cy="2175163"/>
          </a:xfrm>
        </p:grpSpPr>
        <p:sp>
          <p:nvSpPr>
            <p:cNvPr id="308" name="Google Shape;308;p2"/>
            <p:cNvSpPr/>
            <p:nvPr/>
          </p:nvSpPr>
          <p:spPr>
            <a:xfrm>
              <a:off x="383111" y="3773058"/>
              <a:ext cx="461112" cy="4611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Verdana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rPr>
                <a:t>2</a:t>
              </a:r>
              <a:endParaRPr/>
            </a:p>
          </p:txBody>
        </p:sp>
        <p:pic>
          <p:nvPicPr>
            <p:cNvPr id="309" name="Google Shape;309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4863" y="3664529"/>
              <a:ext cx="1481506" cy="1953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2"/>
            <p:cNvSpPr/>
            <p:nvPr/>
          </p:nvSpPr>
          <p:spPr>
            <a:xfrm>
              <a:off x="1219201" y="3442856"/>
              <a:ext cx="1246908" cy="1246908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311" name="Google Shape;31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0028" y="1648690"/>
            <a:ext cx="2549863" cy="143808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"/>
          <p:cNvSpPr/>
          <p:nvPr/>
        </p:nvSpPr>
        <p:spPr>
          <a:xfrm>
            <a:off x="4890655" y="2812473"/>
            <a:ext cx="443345" cy="4433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3" name="Google Shape;31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4042" y="4283363"/>
            <a:ext cx="2720084" cy="95365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"/>
          <p:cNvSpPr/>
          <p:nvPr/>
        </p:nvSpPr>
        <p:spPr>
          <a:xfrm>
            <a:off x="5070764" y="4281055"/>
            <a:ext cx="706581" cy="70658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5" name="Google Shape;31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02545" y="1639114"/>
            <a:ext cx="3117979" cy="114442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"/>
          <p:cNvSpPr/>
          <p:nvPr/>
        </p:nvSpPr>
        <p:spPr>
          <a:xfrm>
            <a:off x="10144788" y="2255032"/>
            <a:ext cx="706581" cy="70658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Subtitle</a:t>
            </a:r>
            <a:endParaRPr/>
          </a:p>
        </p:txBody>
      </p:sp>
      <p:sp>
        <p:nvSpPr>
          <p:cNvPr id="322" name="Google Shape;322;p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How to change the color scheme in this template</a:t>
            </a:r>
            <a:endParaRPr/>
          </a:p>
        </p:txBody>
      </p:sp>
      <p:sp>
        <p:nvSpPr>
          <p:cNvPr id="323" name="Google Shape;323;p3"/>
          <p:cNvSpPr txBox="1"/>
          <p:nvPr>
            <p:ph idx="11" type="ftr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Source:_______</a:t>
            </a:r>
            <a:endParaRPr b="0" i="0" sz="1050" u="none" cap="none" strike="noStrike">
              <a:solidFill>
                <a:srgbClr val="88888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p3"/>
          <p:cNvSpPr txBox="1"/>
          <p:nvPr/>
        </p:nvSpPr>
        <p:spPr>
          <a:xfrm>
            <a:off x="911792" y="2757420"/>
            <a:ext cx="272049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View &gt; Slide Master</a:t>
            </a:r>
            <a:endParaRPr/>
          </a:p>
        </p:txBody>
      </p:sp>
      <p:sp>
        <p:nvSpPr>
          <p:cNvPr id="325" name="Google Shape;325;p3"/>
          <p:cNvSpPr/>
          <p:nvPr/>
        </p:nvSpPr>
        <p:spPr>
          <a:xfrm>
            <a:off x="383111" y="161579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326" name="Google Shape;326;p3"/>
          <p:cNvSpPr/>
          <p:nvPr/>
        </p:nvSpPr>
        <p:spPr>
          <a:xfrm>
            <a:off x="383111" y="353752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327" name="Google Shape;327;p3"/>
          <p:cNvSpPr txBox="1"/>
          <p:nvPr/>
        </p:nvSpPr>
        <p:spPr>
          <a:xfrm>
            <a:off x="1005168" y="5214328"/>
            <a:ext cx="6098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Then Colors &gt; Customize colors</a:t>
            </a:r>
            <a:endParaRPr/>
          </a:p>
        </p:txBody>
      </p:sp>
      <p:pic>
        <p:nvPicPr>
          <p:cNvPr id="328" name="Google Shape;3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177" y="3429000"/>
            <a:ext cx="2235200" cy="14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004" y="1640031"/>
            <a:ext cx="2836141" cy="89968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"/>
          <p:cNvSpPr/>
          <p:nvPr/>
        </p:nvSpPr>
        <p:spPr>
          <a:xfrm>
            <a:off x="2798619" y="1856511"/>
            <a:ext cx="734289" cy="734289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2036619" y="3429000"/>
            <a:ext cx="1042757" cy="104275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2" name="Google Shape;332;p3"/>
          <p:cNvSpPr/>
          <p:nvPr/>
        </p:nvSpPr>
        <p:spPr>
          <a:xfrm>
            <a:off x="4556182" y="161579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333" name="Google Shape;333;p3"/>
          <p:cNvSpPr/>
          <p:nvPr/>
        </p:nvSpPr>
        <p:spPr>
          <a:xfrm>
            <a:off x="8509618" y="161579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pic>
        <p:nvPicPr>
          <p:cNvPr id="334" name="Google Shape;33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4624" y="5520017"/>
            <a:ext cx="2471270" cy="53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"/>
          <p:cNvSpPr/>
          <p:nvPr/>
        </p:nvSpPr>
        <p:spPr>
          <a:xfrm>
            <a:off x="1059466" y="5405717"/>
            <a:ext cx="1414793" cy="56683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6" name="Google Shape;336;p3"/>
          <p:cNvSpPr txBox="1"/>
          <p:nvPr/>
        </p:nvSpPr>
        <p:spPr>
          <a:xfrm>
            <a:off x="5230907" y="4788461"/>
            <a:ext cx="2622176" cy="415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Change each one of the color slots as explained in the video</a:t>
            </a:r>
            <a:endParaRPr/>
          </a:p>
        </p:txBody>
      </p:sp>
      <p:sp>
        <p:nvSpPr>
          <p:cNvPr id="337" name="Google Shape;337;p3"/>
          <p:cNvSpPr/>
          <p:nvPr/>
        </p:nvSpPr>
        <p:spPr>
          <a:xfrm>
            <a:off x="8552329" y="4961966"/>
            <a:ext cx="3268196" cy="1346760"/>
          </a:xfrm>
          <a:prstGeom prst="roundRect">
            <a:avLst>
              <a:gd fmla="val 0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Watch video: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b="0" i="0" lang="en-US" sz="1800" u="sng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color palette</a:t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8" name="Google Shape;33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47714" y="1641848"/>
            <a:ext cx="2712600" cy="294359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"/>
          <p:cNvSpPr/>
          <p:nvPr/>
        </p:nvSpPr>
        <p:spPr>
          <a:xfrm rot="5400000">
            <a:off x="4103089" y="2734129"/>
            <a:ext cx="2678605" cy="56683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0" name="Google Shape;340;p3"/>
          <p:cNvSpPr txBox="1"/>
          <p:nvPr/>
        </p:nvSpPr>
        <p:spPr>
          <a:xfrm>
            <a:off x="9243171" y="3536576"/>
            <a:ext cx="25773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RBG / HEV color values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Or just use the color eyedrop to replace the existing colors </a:t>
            </a:r>
            <a:endParaRPr/>
          </a:p>
        </p:txBody>
      </p:sp>
      <p:pic>
        <p:nvPicPr>
          <p:cNvPr id="341" name="Google Shape;34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99095" y="1628401"/>
            <a:ext cx="2621429" cy="177177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"/>
          <p:cNvSpPr/>
          <p:nvPr/>
        </p:nvSpPr>
        <p:spPr>
          <a:xfrm>
            <a:off x="9177009" y="2910678"/>
            <a:ext cx="518322" cy="518322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348" name="Google Shape;348;p4"/>
          <p:cNvSpPr txBox="1"/>
          <p:nvPr/>
        </p:nvSpPr>
        <p:spPr>
          <a:xfrm>
            <a:off x="473625" y="1600200"/>
            <a:ext cx="10292064" cy="4492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Project Kickoff Agenda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Project Charter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Project Objectives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Problem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Project Scope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Deliverables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Resources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Timeline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Action Items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Key Milestones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Key Phases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Workplan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Stakeholders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Team Organization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Roles &amp; Responsibilities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Key Decisions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Project Governance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Communication Plan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Risk Management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Performance Metrics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Next Steps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Status 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Completion Report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Verdana"/>
              <a:buAutoNum type="arabicPeriod"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Contact Information</a:t>
            </a:r>
            <a:endParaRPr/>
          </a:p>
        </p:txBody>
      </p:sp>
      <p:sp>
        <p:nvSpPr>
          <p:cNvPr id="349" name="Google Shape;349;p4"/>
          <p:cNvSpPr txBox="1"/>
          <p:nvPr/>
        </p:nvSpPr>
        <p:spPr>
          <a:xfrm>
            <a:off x="384174" y="866775"/>
            <a:ext cx="9939882" cy="485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following slides are included. You may not need all of them; select and edit those you wish to use.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355" name="Google Shape;355;p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Project Kickoff: [Project Name]</a:t>
            </a:r>
            <a:endParaRPr/>
          </a:p>
        </p:txBody>
      </p:sp>
      <p:sp>
        <p:nvSpPr>
          <p:cNvPr id="356" name="Google Shape;356;p5"/>
          <p:cNvSpPr txBox="1"/>
          <p:nvPr/>
        </p:nvSpPr>
        <p:spPr>
          <a:xfrm>
            <a:off x="371475" y="1520825"/>
            <a:ext cx="11449050" cy="3971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1" marL="228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Project Charter, Objectives, Problem Statement</a:t>
            </a:r>
            <a:endParaRPr/>
          </a:p>
          <a:p>
            <a:pPr indent="-228600" lvl="1" marL="2286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Project Scope, Deliverables, and Resources Required</a:t>
            </a:r>
            <a:endParaRPr/>
          </a:p>
          <a:p>
            <a:pPr indent="-228600" lvl="1" marL="2286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Milestones, Project Phases, Workplan</a:t>
            </a:r>
            <a:endParaRPr/>
          </a:p>
          <a:p>
            <a:pPr indent="-228600" lvl="1" marL="2286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Stakeholders, Team Organization, Roles &amp; Responsibilities, Governance</a:t>
            </a:r>
            <a:endParaRPr/>
          </a:p>
          <a:p>
            <a:pPr indent="-228600" lvl="1" marL="2286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Communications &amp; Risk Management</a:t>
            </a:r>
            <a:endParaRPr/>
          </a:p>
          <a:p>
            <a:pPr indent="-228600" lvl="1" marL="2286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Project KPIs and Next Steps</a:t>
            </a:r>
            <a:endParaRPr/>
          </a:p>
          <a:p>
            <a:pPr indent="-228600" lvl="1" marL="2286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Status Update and Completion Report Template</a:t>
            </a:r>
            <a:endParaRPr/>
          </a:p>
          <a:p>
            <a:pPr indent="-228600" lvl="1" marL="2286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Team Contact Info</a:t>
            </a:r>
            <a:endParaRPr/>
          </a:p>
        </p:txBody>
      </p:sp>
      <p:sp>
        <p:nvSpPr>
          <p:cNvPr id="357" name="Google Shape;357;p5"/>
          <p:cNvSpPr txBox="1"/>
          <p:nvPr/>
        </p:nvSpPr>
        <p:spPr>
          <a:xfrm>
            <a:off x="300038" y="1520825"/>
            <a:ext cx="5172075" cy="46513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Charter</a:t>
            </a:r>
            <a:endParaRPr/>
          </a:p>
        </p:txBody>
      </p:sp>
      <p:sp>
        <p:nvSpPr>
          <p:cNvPr id="363" name="Google Shape;363;p6"/>
          <p:cNvSpPr txBox="1"/>
          <p:nvPr/>
        </p:nvSpPr>
        <p:spPr>
          <a:xfrm>
            <a:off x="381744" y="1123033"/>
            <a:ext cx="5204147" cy="15128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108000" spcFirstLastPara="1" rIns="39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Problem Identification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Identify the problem the client wants to solve or the opportunity that they want to pursue.</a:t>
            </a:r>
            <a:endParaRPr/>
          </a:p>
        </p:txBody>
      </p:sp>
      <p:sp>
        <p:nvSpPr>
          <p:cNvPr id="364" name="Google Shape;364;p6"/>
          <p:cNvSpPr txBox="1"/>
          <p:nvPr/>
        </p:nvSpPr>
        <p:spPr>
          <a:xfrm>
            <a:off x="6279402" y="1123033"/>
            <a:ext cx="5204147" cy="15128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108000" spcFirstLastPara="1" rIns="39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Project Scope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Overview of what is included and excluded from the project. </a:t>
            </a:r>
            <a:endParaRPr/>
          </a:p>
        </p:txBody>
      </p:sp>
      <p:sp>
        <p:nvSpPr>
          <p:cNvPr id="365" name="Google Shape;365;p6"/>
          <p:cNvSpPr txBox="1"/>
          <p:nvPr/>
        </p:nvSpPr>
        <p:spPr>
          <a:xfrm>
            <a:off x="381745" y="2958512"/>
            <a:ext cx="5204146" cy="15128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108000" spcFirstLastPara="1" rIns="39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Team</a:t>
            </a:r>
            <a:endParaRPr b="1" i="0" sz="1400" u="none" cap="none" strike="noStrike">
              <a:solidFill>
                <a:srgbClr val="16207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Identification of team lead, team members, and stakeholders.</a:t>
            </a:r>
            <a:endParaRPr/>
          </a:p>
        </p:txBody>
      </p:sp>
      <p:sp>
        <p:nvSpPr>
          <p:cNvPr id="366" name="Google Shape;366;p6"/>
          <p:cNvSpPr txBox="1"/>
          <p:nvPr/>
        </p:nvSpPr>
        <p:spPr>
          <a:xfrm>
            <a:off x="6279401" y="2958511"/>
            <a:ext cx="5204146" cy="15128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108000" spcFirstLastPara="1" rIns="39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Project Governance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Information on the methodology and framework, including reporting structures and decision-making processes.</a:t>
            </a:r>
            <a:endParaRPr/>
          </a:p>
        </p:txBody>
      </p:sp>
      <p:sp>
        <p:nvSpPr>
          <p:cNvPr id="367" name="Google Shape;367;p6"/>
          <p:cNvSpPr txBox="1"/>
          <p:nvPr/>
        </p:nvSpPr>
        <p:spPr>
          <a:xfrm>
            <a:off x="381743" y="4793991"/>
            <a:ext cx="5204145" cy="15128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108000" spcFirstLastPara="1" rIns="39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Business Case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Justification for the project, including the expected benefits, alignment with company goals, and return on investment.</a:t>
            </a:r>
            <a:endParaRPr/>
          </a:p>
        </p:txBody>
      </p:sp>
      <p:sp>
        <p:nvSpPr>
          <p:cNvPr id="368" name="Google Shape;368;p6"/>
          <p:cNvSpPr txBox="1"/>
          <p:nvPr/>
        </p:nvSpPr>
        <p:spPr>
          <a:xfrm>
            <a:off x="6279402" y="4789984"/>
            <a:ext cx="5204145" cy="15128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108000" spcFirstLastPara="1" rIns="39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KPIs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Baseline and target measures for scope, schedule, and cost against which project performance can be measured.</a:t>
            </a:r>
            <a:endParaRPr/>
          </a:p>
        </p:txBody>
      </p:sp>
      <p:pic>
        <p:nvPicPr>
          <p:cNvPr descr="Folder Search contorno" id="369" name="Google Shape;3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574" y="1550003"/>
            <a:ext cx="313073" cy="313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rget contorno" id="370" name="Google Shape;3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3549" y="1545614"/>
            <a:ext cx="307653" cy="307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ss pieces contorno" id="371" name="Google Shape;3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3763" y="15194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network contorno" id="372" name="Google Shape;37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1455" y="3157992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ffice worker male contorno" id="373" name="Google Shape;37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3763" y="3147988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rning contorno" id="374" name="Google Shape;37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10015" y="3200295"/>
            <a:ext cx="268992" cy="268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iefcase contorno" id="375" name="Google Shape;37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43943" y="4804916"/>
            <a:ext cx="340200" cy="34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 envelope contorno" id="376" name="Google Shape;37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16879" y="4831764"/>
            <a:ext cx="262128" cy="26212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1</a:t>
            </a:r>
            <a:endParaRPr b="1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3" name="Google Shape;383;p7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Charter</a:t>
            </a:r>
            <a:endParaRPr/>
          </a:p>
        </p:txBody>
      </p:sp>
      <p:graphicFrame>
        <p:nvGraphicFramePr>
          <p:cNvPr id="384" name="Google Shape;384;p7"/>
          <p:cNvGraphicFramePr/>
          <p:nvPr/>
        </p:nvGraphicFramePr>
        <p:xfrm>
          <a:off x="387241" y="1521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1022900"/>
                <a:gridCol w="4630175"/>
              </a:tblGrid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Summary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F3F3F"/>
                          </a:solidFill>
                        </a:rPr>
                        <a:t>Enter a brief summary of the project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Sponsor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F3F3F"/>
                          </a:solidFill>
                        </a:rPr>
                        <a:t>Enter name of sponsor here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Start Date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F3F3F"/>
                          </a:solidFill>
                        </a:rPr>
                        <a:t>Enter estimated start date here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End Date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F3F3F"/>
                          </a:solidFill>
                        </a:rPr>
                        <a:t>Enter estimated end date here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5" name="Google Shape;385;p7"/>
          <p:cNvGraphicFramePr/>
          <p:nvPr/>
        </p:nvGraphicFramePr>
        <p:xfrm>
          <a:off x="387241" y="3602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3811050"/>
                <a:gridCol w="3811050"/>
                <a:gridCol w="3811050"/>
              </a:tblGrid>
              <a:tr h="37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Project Objective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Business Case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Measurable Results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4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What is the objective of the project?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What is the financial or business rationale for the project?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What are the measurable results that will be achieved?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890700"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Enter description here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Enter business case here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Enter measurable results here 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6" name="Google Shape;386;p7"/>
          <p:cNvGraphicFramePr/>
          <p:nvPr/>
        </p:nvGraphicFramePr>
        <p:xfrm>
          <a:off x="6183205" y="1521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5637200"/>
              </a:tblGrid>
              <a:tr h="43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Mission &amp; Strategy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6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How does this project support the organization’s mission and business strategy?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074075"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Enter how project supports mission &amp; strategy here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solidFill>
                            <a:srgbClr val="3F3F3F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7" name="Google Shape;387;p7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2</a:t>
            </a:r>
            <a:endParaRPr b="1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93" name="Google Shape;393;p8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Charter</a:t>
            </a:r>
            <a:endParaRPr/>
          </a:p>
        </p:txBody>
      </p:sp>
      <p:graphicFrame>
        <p:nvGraphicFramePr>
          <p:cNvPr id="394" name="Google Shape;394;p8"/>
          <p:cNvGraphicFramePr/>
          <p:nvPr/>
        </p:nvGraphicFramePr>
        <p:xfrm>
          <a:off x="383667" y="1533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{FAB60AD4-8867-4EC2-8786-FDA043E71341}</a:tableStyleId>
              </a:tblPr>
              <a:tblGrid>
                <a:gridCol w="1176900"/>
                <a:gridCol w="963175"/>
                <a:gridCol w="5002825"/>
              </a:tblGrid>
              <a:tr h="2837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Summary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F3F3F"/>
                          </a:solidFill>
                        </a:rPr>
                        <a:t>Enter a brief summary of the project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5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Description &amp; Goals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project background and purpose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449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Scope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chemeClr val="lt1"/>
                          </a:solidFill>
                        </a:rPr>
                        <a:t>In</a:t>
                      </a:r>
                      <a:endParaRPr b="0" sz="11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in-scope items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449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chemeClr val="lt1"/>
                          </a:solidFill>
                        </a:rPr>
                        <a:t>Out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out-of-scope items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76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Business Case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the justification for starting the project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8675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Constraints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chemeClr val="lt1"/>
                          </a:solidFill>
                        </a:rPr>
                        <a:t>Time</a:t>
                      </a:r>
                      <a:endParaRPr b="0" sz="11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to describe time deadlines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8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chemeClr val="lt1"/>
                          </a:solidFill>
                        </a:rPr>
                        <a:t>Budget</a:t>
                      </a:r>
                      <a:endParaRPr b="0" sz="11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Verdana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to describe budget limits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8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chemeClr val="lt1"/>
                          </a:solidFill>
                        </a:rPr>
                        <a:t>Quality</a:t>
                      </a:r>
                      <a:endParaRPr b="0" sz="11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Verdana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to describe quality criteria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8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chemeClr val="lt1"/>
                          </a:solidFill>
                        </a:rPr>
                        <a:t>Scope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Verdana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to describe non-negotiable scope items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449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Deliverables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to outline key deliverables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95" name="Google Shape;395;p8"/>
          <p:cNvGraphicFramePr/>
          <p:nvPr/>
        </p:nvGraphicFramePr>
        <p:xfrm>
          <a:off x="7646087" y="15369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{FAB60AD4-8867-4EC2-8786-FDA043E71341}</a:tableStyleId>
              </a:tblPr>
              <a:tblGrid>
                <a:gridCol w="1449150"/>
                <a:gridCol w="2725300"/>
              </a:tblGrid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Project Leader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leader’s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Sponsor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sponsor’s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Project Manager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project manager’s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96" name="Google Shape;396;p8"/>
          <p:cNvGraphicFramePr/>
          <p:nvPr/>
        </p:nvGraphicFramePr>
        <p:xfrm>
          <a:off x="7646087" y="2564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{FAB60AD4-8867-4EC2-8786-FDA043E71341}</a:tableStyleId>
              </a:tblPr>
              <a:tblGrid>
                <a:gridCol w="1449150"/>
                <a:gridCol w="2725300"/>
              </a:tblGrid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Estimated Budget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$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Success Measures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117475" lvl="0" marL="1174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listing key success measures</a:t>
                      </a:r>
                      <a:endParaRPr/>
                    </a:p>
                    <a:p>
                      <a:pPr indent="-117475" lvl="0" marL="1174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  <a:p>
                      <a:pPr indent="-117475" lvl="0" marL="1174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97" name="Google Shape;397;p8"/>
          <p:cNvGraphicFramePr/>
          <p:nvPr/>
        </p:nvGraphicFramePr>
        <p:xfrm>
          <a:off x="7646087" y="4127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{FAB60AD4-8867-4EC2-8786-FDA043E71341}</a:tableStyleId>
              </a:tblPr>
              <a:tblGrid>
                <a:gridCol w="1276800"/>
                <a:gridCol w="2897625"/>
              </a:tblGrid>
              <a:tr h="2590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Key Milestones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mm/dd/yyyy</a:t>
                      </a:r>
                      <a:endParaRPr b="0" sz="1100">
                        <a:solidFill>
                          <a:srgbClr val="59595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milestone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mm/dd/yyyy</a:t>
                      </a:r>
                      <a:endParaRPr b="0" sz="1100">
                        <a:solidFill>
                          <a:srgbClr val="59595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 this text with milestone</a:t>
                      </a:r>
                      <a:endParaRPr b="0" i="0" sz="11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mm/dd/yyyy</a:t>
                      </a:r>
                      <a:endParaRPr b="0" sz="1100">
                        <a:solidFill>
                          <a:srgbClr val="59595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 this text with milestone</a:t>
                      </a:r>
                      <a:endParaRPr b="0" i="0" sz="11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mm/dd/yyyy</a:t>
                      </a:r>
                      <a:endParaRPr b="0" sz="1100">
                        <a:solidFill>
                          <a:srgbClr val="59595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 this text with milestone</a:t>
                      </a:r>
                      <a:endParaRPr b="0" i="0" sz="1100" u="none" cap="none" strike="noStrike">
                        <a:solidFill>
                          <a:srgbClr val="59595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mm/dd/yyyy</a:t>
                      </a:r>
                      <a:endParaRPr b="0" sz="1100">
                        <a:solidFill>
                          <a:srgbClr val="59595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5959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 this text with milestone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8" name="Google Shape;398;p8"/>
          <p:cNvGraphicFramePr/>
          <p:nvPr/>
        </p:nvGraphicFramePr>
        <p:xfrm>
          <a:off x="7646087" y="5808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{FAB60AD4-8867-4EC2-8786-FDA043E71341}</a:tableStyleId>
              </a:tblPr>
              <a:tblGrid>
                <a:gridCol w="1273900"/>
                <a:gridCol w="2900525"/>
              </a:tblGrid>
              <a:tr h="2590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Project Approval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mm/dd/yyyy</a:t>
                      </a:r>
                      <a:endParaRPr b="0" sz="1100">
                        <a:solidFill>
                          <a:srgbClr val="59595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>
                          <a:solidFill>
                            <a:srgbClr val="595959"/>
                          </a:solidFill>
                        </a:rPr>
                        <a:t>Edit this text with approver’s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8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Objectives</a:t>
            </a:r>
            <a:endParaRPr/>
          </a:p>
        </p:txBody>
      </p:sp>
      <p:sp>
        <p:nvSpPr>
          <p:cNvPr id="405" name="Google Shape;405;p9"/>
          <p:cNvSpPr txBox="1"/>
          <p:nvPr/>
        </p:nvSpPr>
        <p:spPr>
          <a:xfrm>
            <a:off x="3397118" y="1608765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06" name="Google Shape;406;p9"/>
          <p:cNvSpPr txBox="1"/>
          <p:nvPr/>
        </p:nvSpPr>
        <p:spPr>
          <a:xfrm>
            <a:off x="384173" y="1608766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Objective 1</a:t>
            </a:r>
            <a:endParaRPr/>
          </a:p>
        </p:txBody>
      </p:sp>
      <p:sp>
        <p:nvSpPr>
          <p:cNvPr id="407" name="Google Shape;407;p9"/>
          <p:cNvSpPr txBox="1"/>
          <p:nvPr/>
        </p:nvSpPr>
        <p:spPr>
          <a:xfrm>
            <a:off x="384170" y="3510469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Objective 3</a:t>
            </a:r>
            <a:endParaRPr/>
          </a:p>
        </p:txBody>
      </p:sp>
      <p:sp>
        <p:nvSpPr>
          <p:cNvPr id="408" name="Google Shape;408;p9"/>
          <p:cNvSpPr txBox="1"/>
          <p:nvPr/>
        </p:nvSpPr>
        <p:spPr>
          <a:xfrm>
            <a:off x="384170" y="2559756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Objective 2</a:t>
            </a:r>
            <a:endParaRPr/>
          </a:p>
        </p:txBody>
      </p:sp>
      <p:sp>
        <p:nvSpPr>
          <p:cNvPr id="409" name="Google Shape;409;p9"/>
          <p:cNvSpPr txBox="1"/>
          <p:nvPr/>
        </p:nvSpPr>
        <p:spPr>
          <a:xfrm>
            <a:off x="3397114" y="886507"/>
            <a:ext cx="383948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Current state</a:t>
            </a:r>
            <a:endParaRPr/>
          </a:p>
        </p:txBody>
      </p:sp>
      <p:sp>
        <p:nvSpPr>
          <p:cNvPr id="410" name="Google Shape;410;p9"/>
          <p:cNvSpPr txBox="1"/>
          <p:nvPr/>
        </p:nvSpPr>
        <p:spPr>
          <a:xfrm>
            <a:off x="384170" y="4498173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Objective 4</a:t>
            </a:r>
            <a:endParaRPr/>
          </a:p>
        </p:txBody>
      </p:sp>
      <p:sp>
        <p:nvSpPr>
          <p:cNvPr id="411" name="Google Shape;411;p9"/>
          <p:cNvSpPr txBox="1"/>
          <p:nvPr/>
        </p:nvSpPr>
        <p:spPr>
          <a:xfrm>
            <a:off x="7760330" y="886507"/>
            <a:ext cx="383948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Desired future state</a:t>
            </a:r>
            <a:endParaRPr/>
          </a:p>
        </p:txBody>
      </p:sp>
      <p:sp>
        <p:nvSpPr>
          <p:cNvPr id="412" name="Google Shape;412;p9"/>
          <p:cNvSpPr txBox="1"/>
          <p:nvPr/>
        </p:nvSpPr>
        <p:spPr>
          <a:xfrm>
            <a:off x="384170" y="5485877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Objective 5</a:t>
            </a:r>
            <a:endParaRPr/>
          </a:p>
        </p:txBody>
      </p:sp>
      <p:sp>
        <p:nvSpPr>
          <p:cNvPr id="413" name="Google Shape;413;p9"/>
          <p:cNvSpPr txBox="1"/>
          <p:nvPr/>
        </p:nvSpPr>
        <p:spPr>
          <a:xfrm>
            <a:off x="3397116" y="2559756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14" name="Google Shape;414;p9"/>
          <p:cNvSpPr txBox="1"/>
          <p:nvPr/>
        </p:nvSpPr>
        <p:spPr>
          <a:xfrm>
            <a:off x="3397116" y="3510469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3397115" y="4493983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3397114" y="5485877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7760332" y="1608765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7760332" y="2559756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7777525" y="3510469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7760331" y="4493983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7760330" y="5485877"/>
            <a:ext cx="3839485" cy="7686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Problem Statement</a:t>
            </a:r>
            <a:endParaRPr/>
          </a:p>
        </p:txBody>
      </p:sp>
      <p:sp>
        <p:nvSpPr>
          <p:cNvPr id="427" name="Google Shape;427;p10"/>
          <p:cNvSpPr txBox="1"/>
          <p:nvPr/>
        </p:nvSpPr>
        <p:spPr>
          <a:xfrm>
            <a:off x="371476" y="1692465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28" name="Google Shape;428;p10"/>
          <p:cNvSpPr txBox="1"/>
          <p:nvPr/>
        </p:nvSpPr>
        <p:spPr>
          <a:xfrm>
            <a:off x="6178178" y="1692465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29" name="Google Shape;429;p10"/>
          <p:cNvSpPr txBox="1"/>
          <p:nvPr/>
        </p:nvSpPr>
        <p:spPr>
          <a:xfrm>
            <a:off x="3267598" y="1692465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30" name="Google Shape;430;p10"/>
          <p:cNvSpPr txBox="1"/>
          <p:nvPr/>
        </p:nvSpPr>
        <p:spPr>
          <a:xfrm>
            <a:off x="9074300" y="1692465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1" name="Google Shape;431;p10"/>
          <p:cNvSpPr txBox="1"/>
          <p:nvPr/>
        </p:nvSpPr>
        <p:spPr>
          <a:xfrm>
            <a:off x="371476" y="1152525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Problem definition</a:t>
            </a:r>
            <a:endParaRPr/>
          </a:p>
        </p:txBody>
      </p:sp>
      <p:sp>
        <p:nvSpPr>
          <p:cNvPr id="432" name="Google Shape;432;p10"/>
          <p:cNvSpPr txBox="1"/>
          <p:nvPr/>
        </p:nvSpPr>
        <p:spPr>
          <a:xfrm>
            <a:off x="6178178" y="1152525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Observations</a:t>
            </a:r>
            <a:endParaRPr/>
          </a:p>
        </p:txBody>
      </p:sp>
      <p:sp>
        <p:nvSpPr>
          <p:cNvPr id="433" name="Google Shape;433;p10"/>
          <p:cNvSpPr txBox="1"/>
          <p:nvPr/>
        </p:nvSpPr>
        <p:spPr>
          <a:xfrm>
            <a:off x="3267598" y="1152525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Solution constraints</a:t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9074300" y="1152525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Insights/evaluation</a:t>
            </a:r>
            <a:endParaRPr/>
          </a:p>
        </p:txBody>
      </p:sp>
      <p:sp>
        <p:nvSpPr>
          <p:cNvPr id="435" name="Google Shape;435;p10"/>
          <p:cNvSpPr txBox="1"/>
          <p:nvPr/>
        </p:nvSpPr>
        <p:spPr>
          <a:xfrm>
            <a:off x="371476" y="2898552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36" name="Google Shape;436;p10"/>
          <p:cNvSpPr txBox="1"/>
          <p:nvPr/>
        </p:nvSpPr>
        <p:spPr>
          <a:xfrm>
            <a:off x="6178178" y="2898552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37" name="Google Shape;437;p10"/>
          <p:cNvSpPr txBox="1"/>
          <p:nvPr/>
        </p:nvSpPr>
        <p:spPr>
          <a:xfrm>
            <a:off x="3267598" y="2898552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38" name="Google Shape;438;p10"/>
          <p:cNvSpPr txBox="1"/>
          <p:nvPr/>
        </p:nvSpPr>
        <p:spPr>
          <a:xfrm>
            <a:off x="9074300" y="2898552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371476" y="4104639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40" name="Google Shape;440;p10"/>
          <p:cNvSpPr txBox="1"/>
          <p:nvPr/>
        </p:nvSpPr>
        <p:spPr>
          <a:xfrm>
            <a:off x="6178178" y="4104639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41" name="Google Shape;441;p10"/>
          <p:cNvSpPr txBox="1"/>
          <p:nvPr/>
        </p:nvSpPr>
        <p:spPr>
          <a:xfrm>
            <a:off x="3267598" y="4104639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42" name="Google Shape;442;p10"/>
          <p:cNvSpPr txBox="1"/>
          <p:nvPr/>
        </p:nvSpPr>
        <p:spPr>
          <a:xfrm>
            <a:off x="9074300" y="4104639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3" name="Google Shape;443;p10"/>
          <p:cNvSpPr txBox="1"/>
          <p:nvPr/>
        </p:nvSpPr>
        <p:spPr>
          <a:xfrm>
            <a:off x="371476" y="5310726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44" name="Google Shape;444;p10"/>
          <p:cNvSpPr txBox="1"/>
          <p:nvPr/>
        </p:nvSpPr>
        <p:spPr>
          <a:xfrm>
            <a:off x="6178178" y="5310726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45" name="Google Shape;445;p10"/>
          <p:cNvSpPr txBox="1"/>
          <p:nvPr/>
        </p:nvSpPr>
        <p:spPr>
          <a:xfrm>
            <a:off x="3267598" y="5310726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46" name="Google Shape;446;p10"/>
          <p:cNvSpPr txBox="1"/>
          <p:nvPr/>
        </p:nvSpPr>
        <p:spPr>
          <a:xfrm>
            <a:off x="9074300" y="5310726"/>
            <a:ext cx="2746225" cy="10608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Scope</a:t>
            </a:r>
            <a:endParaRPr/>
          </a:p>
        </p:txBody>
      </p:sp>
      <p:sp>
        <p:nvSpPr>
          <p:cNvPr id="452" name="Google Shape;452;p11"/>
          <p:cNvSpPr txBox="1"/>
          <p:nvPr/>
        </p:nvSpPr>
        <p:spPr>
          <a:xfrm>
            <a:off x="3397118" y="1608765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53" name="Google Shape;453;p11"/>
          <p:cNvSpPr txBox="1"/>
          <p:nvPr/>
        </p:nvSpPr>
        <p:spPr>
          <a:xfrm>
            <a:off x="384173" y="1608766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(Ex: geography)</a:t>
            </a:r>
            <a:endParaRPr/>
          </a:p>
        </p:txBody>
      </p:sp>
      <p:sp>
        <p:nvSpPr>
          <p:cNvPr id="454" name="Google Shape;454;p11"/>
          <p:cNvSpPr txBox="1"/>
          <p:nvPr/>
        </p:nvSpPr>
        <p:spPr>
          <a:xfrm>
            <a:off x="389024" y="3968214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(Ex: brand)</a:t>
            </a:r>
            <a:endParaRPr/>
          </a:p>
        </p:txBody>
      </p:sp>
      <p:sp>
        <p:nvSpPr>
          <p:cNvPr id="455" name="Google Shape;455;p11"/>
          <p:cNvSpPr txBox="1"/>
          <p:nvPr/>
        </p:nvSpPr>
        <p:spPr>
          <a:xfrm>
            <a:off x="384170" y="2788490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(Ex: product line)</a:t>
            </a:r>
            <a:endParaRPr/>
          </a:p>
        </p:txBody>
      </p:sp>
      <p:sp>
        <p:nvSpPr>
          <p:cNvPr id="456" name="Google Shape;456;p11"/>
          <p:cNvSpPr txBox="1"/>
          <p:nvPr/>
        </p:nvSpPr>
        <p:spPr>
          <a:xfrm>
            <a:off x="3397114" y="886507"/>
            <a:ext cx="383948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In scope</a:t>
            </a:r>
            <a:endParaRPr/>
          </a:p>
        </p:txBody>
      </p:sp>
      <p:sp>
        <p:nvSpPr>
          <p:cNvPr id="457" name="Google Shape;457;p11"/>
          <p:cNvSpPr txBox="1"/>
          <p:nvPr/>
        </p:nvSpPr>
        <p:spPr>
          <a:xfrm>
            <a:off x="384169" y="5147938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(Ex: marketing)</a:t>
            </a:r>
            <a:endParaRPr/>
          </a:p>
        </p:txBody>
      </p:sp>
      <p:sp>
        <p:nvSpPr>
          <p:cNvPr id="458" name="Google Shape;458;p11"/>
          <p:cNvSpPr txBox="1"/>
          <p:nvPr/>
        </p:nvSpPr>
        <p:spPr>
          <a:xfrm>
            <a:off x="7760330" y="886507"/>
            <a:ext cx="383948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Out of scope</a:t>
            </a:r>
            <a:endParaRPr/>
          </a:p>
        </p:txBody>
      </p:sp>
      <p:sp>
        <p:nvSpPr>
          <p:cNvPr id="459" name="Google Shape;459;p11"/>
          <p:cNvSpPr txBox="1"/>
          <p:nvPr/>
        </p:nvSpPr>
        <p:spPr>
          <a:xfrm>
            <a:off x="3397114" y="2788489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60" name="Google Shape;460;p11"/>
          <p:cNvSpPr txBox="1"/>
          <p:nvPr/>
        </p:nvSpPr>
        <p:spPr>
          <a:xfrm>
            <a:off x="3397114" y="3968213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61" name="Google Shape;461;p11"/>
          <p:cNvSpPr txBox="1"/>
          <p:nvPr/>
        </p:nvSpPr>
        <p:spPr>
          <a:xfrm>
            <a:off x="3397114" y="5172914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62" name="Google Shape;462;p11"/>
          <p:cNvSpPr txBox="1"/>
          <p:nvPr/>
        </p:nvSpPr>
        <p:spPr>
          <a:xfrm>
            <a:off x="7760332" y="1608765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63" name="Google Shape;463;p11"/>
          <p:cNvSpPr txBox="1"/>
          <p:nvPr/>
        </p:nvSpPr>
        <p:spPr>
          <a:xfrm>
            <a:off x="7760329" y="2788489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64" name="Google Shape;464;p11"/>
          <p:cNvSpPr txBox="1"/>
          <p:nvPr/>
        </p:nvSpPr>
        <p:spPr>
          <a:xfrm>
            <a:off x="7760328" y="3968213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65" name="Google Shape;465;p11"/>
          <p:cNvSpPr txBox="1"/>
          <p:nvPr/>
        </p:nvSpPr>
        <p:spPr>
          <a:xfrm>
            <a:off x="7760328" y="5147937"/>
            <a:ext cx="3839485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Deliverables</a:t>
            </a:r>
            <a:endParaRPr/>
          </a:p>
        </p:txBody>
      </p:sp>
      <p:sp>
        <p:nvSpPr>
          <p:cNvPr id="471" name="Google Shape;471;p12"/>
          <p:cNvSpPr txBox="1"/>
          <p:nvPr/>
        </p:nvSpPr>
        <p:spPr>
          <a:xfrm>
            <a:off x="3397118" y="1608765"/>
            <a:ext cx="6548071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72" name="Google Shape;472;p12"/>
          <p:cNvSpPr txBox="1"/>
          <p:nvPr/>
        </p:nvSpPr>
        <p:spPr>
          <a:xfrm>
            <a:off x="384173" y="1608766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(Ex: finance)</a:t>
            </a:r>
            <a:endParaRPr/>
          </a:p>
        </p:txBody>
      </p:sp>
      <p:sp>
        <p:nvSpPr>
          <p:cNvPr id="473" name="Google Shape;473;p12"/>
          <p:cNvSpPr txBox="1"/>
          <p:nvPr/>
        </p:nvSpPr>
        <p:spPr>
          <a:xfrm>
            <a:off x="389024" y="3968214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(Ex: product roadmap)</a:t>
            </a:r>
            <a:endParaRPr/>
          </a:p>
        </p:txBody>
      </p:sp>
      <p:sp>
        <p:nvSpPr>
          <p:cNvPr id="474" name="Google Shape;474;p12"/>
          <p:cNvSpPr txBox="1"/>
          <p:nvPr/>
        </p:nvSpPr>
        <p:spPr>
          <a:xfrm>
            <a:off x="384170" y="2788490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(Ex: organization)</a:t>
            </a:r>
            <a:endParaRPr/>
          </a:p>
        </p:txBody>
      </p:sp>
      <p:sp>
        <p:nvSpPr>
          <p:cNvPr id="475" name="Google Shape;475;p12"/>
          <p:cNvSpPr txBox="1"/>
          <p:nvPr/>
        </p:nvSpPr>
        <p:spPr>
          <a:xfrm>
            <a:off x="3397113" y="902425"/>
            <a:ext cx="6548071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Deliverables</a:t>
            </a:r>
            <a:endParaRPr b="1" i="0" sz="14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6" name="Google Shape;476;p12"/>
          <p:cNvSpPr txBox="1"/>
          <p:nvPr/>
        </p:nvSpPr>
        <p:spPr>
          <a:xfrm>
            <a:off x="384169" y="5147938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Item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(Ex: technology)</a:t>
            </a:r>
            <a:endParaRPr/>
          </a:p>
        </p:txBody>
      </p:sp>
      <p:sp>
        <p:nvSpPr>
          <p:cNvPr id="477" name="Google Shape;477;p12"/>
          <p:cNvSpPr txBox="1"/>
          <p:nvPr/>
        </p:nvSpPr>
        <p:spPr>
          <a:xfrm>
            <a:off x="3397114" y="2788489"/>
            <a:ext cx="6548071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3397113" y="3984819"/>
            <a:ext cx="6600322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479" name="Google Shape;479;p12"/>
          <p:cNvSpPr txBox="1"/>
          <p:nvPr/>
        </p:nvSpPr>
        <p:spPr>
          <a:xfrm>
            <a:off x="3397113" y="5147938"/>
            <a:ext cx="6600322" cy="102993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Resources Required</a:t>
            </a:r>
            <a:endParaRPr/>
          </a:p>
        </p:txBody>
      </p:sp>
      <p:graphicFrame>
        <p:nvGraphicFramePr>
          <p:cNvPr id="485" name="Google Shape;485;p13"/>
          <p:cNvGraphicFramePr/>
          <p:nvPr/>
        </p:nvGraphicFramePr>
        <p:xfrm>
          <a:off x="384174" y="1388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2563475"/>
                <a:gridCol w="2563475"/>
              </a:tblGrid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Market research 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Technology 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Expert Interviews 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Surveys 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797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Total 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0C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0C3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Google Shape;486;p13"/>
          <p:cNvGraphicFramePr/>
          <p:nvPr/>
        </p:nvGraphicFramePr>
        <p:xfrm>
          <a:off x="5843954" y="13832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2563475"/>
                <a:gridCol w="2563475"/>
              </a:tblGrid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Annie Ernaux</a:t>
                      </a:r>
                      <a:endParaRPr b="0" sz="1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50% from March to May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Jon Fosse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25% from April to June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Abdulrazak Gurnah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25% from April to June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Louise Glück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40% from May to July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Additional person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Time commitment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Additional person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Time commitment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Additional person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Time commitment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Additional person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Time commitment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</a:tbl>
          </a:graphicData>
        </a:graphic>
      </p:graphicFrame>
      <p:sp>
        <p:nvSpPr>
          <p:cNvPr id="487" name="Google Shape;487;p13"/>
          <p:cNvSpPr txBox="1"/>
          <p:nvPr/>
        </p:nvSpPr>
        <p:spPr>
          <a:xfrm>
            <a:off x="384174" y="848592"/>
            <a:ext cx="5126940" cy="53994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BUDGET</a:t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8" name="Google Shape;488;p13"/>
          <p:cNvSpPr txBox="1"/>
          <p:nvPr/>
        </p:nvSpPr>
        <p:spPr>
          <a:xfrm>
            <a:off x="5843954" y="843351"/>
            <a:ext cx="5126940" cy="53994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PERSONNEL</a:t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5843954" y="3736073"/>
            <a:ext cx="5126940" cy="53994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TOOLS, TECHNOLOGY &amp; OTHER RESOURCES</a:t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490" name="Google Shape;490;p13"/>
          <p:cNvGraphicFramePr/>
          <p:nvPr/>
        </p:nvGraphicFramePr>
        <p:xfrm>
          <a:off x="5843954" y="4282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2563475"/>
                <a:gridCol w="2563475"/>
              </a:tblGrid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Software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Details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Survey tools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Details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Expert network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Details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Details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Details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Details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  <a:tr h="288525"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Verdana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</a:rPr>
                        <a:t>Details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D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14"/>
          <p:cNvGrpSpPr/>
          <p:nvPr/>
        </p:nvGrpSpPr>
        <p:grpSpPr>
          <a:xfrm>
            <a:off x="365707" y="1524041"/>
            <a:ext cx="11458387" cy="417554"/>
            <a:chOff x="365707" y="1288073"/>
            <a:chExt cx="11458387" cy="417554"/>
          </a:xfrm>
        </p:grpSpPr>
        <p:sp>
          <p:nvSpPr>
            <p:cNvPr id="496" name="Google Shape;496;p14"/>
            <p:cNvSpPr/>
            <p:nvPr/>
          </p:nvSpPr>
          <p:spPr>
            <a:xfrm rot="10800000">
              <a:off x="365707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7" name="Google Shape;497;p14"/>
            <p:cNvSpPr/>
            <p:nvPr/>
          </p:nvSpPr>
          <p:spPr>
            <a:xfrm rot="10800000">
              <a:off x="1339100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8" name="Google Shape;498;p14"/>
            <p:cNvSpPr/>
            <p:nvPr/>
          </p:nvSpPr>
          <p:spPr>
            <a:xfrm rot="10800000">
              <a:off x="2312493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9" name="Google Shape;499;p14"/>
            <p:cNvSpPr/>
            <p:nvPr/>
          </p:nvSpPr>
          <p:spPr>
            <a:xfrm rot="10800000">
              <a:off x="3285886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0" name="Google Shape;500;p14"/>
            <p:cNvSpPr/>
            <p:nvPr/>
          </p:nvSpPr>
          <p:spPr>
            <a:xfrm rot="10800000">
              <a:off x="4259279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1" name="Google Shape;501;p14"/>
            <p:cNvSpPr/>
            <p:nvPr/>
          </p:nvSpPr>
          <p:spPr>
            <a:xfrm rot="10800000">
              <a:off x="5232672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2" name="Google Shape;502;p14"/>
            <p:cNvSpPr/>
            <p:nvPr/>
          </p:nvSpPr>
          <p:spPr>
            <a:xfrm rot="10800000">
              <a:off x="6206065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3" name="Google Shape;503;p14"/>
            <p:cNvSpPr/>
            <p:nvPr/>
          </p:nvSpPr>
          <p:spPr>
            <a:xfrm rot="10800000">
              <a:off x="7179457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4" name="Google Shape;504;p14"/>
            <p:cNvSpPr/>
            <p:nvPr/>
          </p:nvSpPr>
          <p:spPr>
            <a:xfrm rot="10800000">
              <a:off x="8152850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5" name="Google Shape;505;p14"/>
            <p:cNvSpPr/>
            <p:nvPr/>
          </p:nvSpPr>
          <p:spPr>
            <a:xfrm rot="10800000">
              <a:off x="9126243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6" name="Google Shape;506;p14"/>
            <p:cNvSpPr/>
            <p:nvPr/>
          </p:nvSpPr>
          <p:spPr>
            <a:xfrm rot="10800000">
              <a:off x="10099636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507" name="Google Shape;507;p14"/>
            <p:cNvSpPr/>
            <p:nvPr/>
          </p:nvSpPr>
          <p:spPr>
            <a:xfrm rot="10800000">
              <a:off x="11073029" y="1288073"/>
              <a:ext cx="751065" cy="417554"/>
            </a:xfrm>
            <a:custGeom>
              <a:rect b="b" l="l" r="r" t="t"/>
              <a:pathLst>
                <a:path extrusionOk="0" h="779914" w="2184400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99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508" name="Google Shape;508;p14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Subtitle</a:t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390186" y="2415879"/>
            <a:ext cx="11422972" cy="86356"/>
          </a:xfrm>
          <a:custGeom>
            <a:rect b="b" l="l" r="r" t="t"/>
            <a:pathLst>
              <a:path extrusionOk="0" h="245" w="18930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lt1"/>
          </a:solidFill>
          <a:ln>
            <a:noFill/>
          </a:ln>
          <a:effectLst>
            <a:outerShdw blurRad="381000" rotWithShape="0" algn="ctr" dir="27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108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390186" y="3246054"/>
            <a:ext cx="11422972" cy="86356"/>
          </a:xfrm>
          <a:custGeom>
            <a:rect b="b" l="l" r="r" t="t"/>
            <a:pathLst>
              <a:path extrusionOk="0" h="245" w="18930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lt1"/>
          </a:solidFill>
          <a:ln>
            <a:noFill/>
          </a:ln>
          <a:effectLst>
            <a:outerShdw blurRad="381000" rotWithShape="0" algn="ctr" dir="27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108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390186" y="4123268"/>
            <a:ext cx="11422972" cy="86356"/>
          </a:xfrm>
          <a:custGeom>
            <a:rect b="b" l="l" r="r" t="t"/>
            <a:pathLst>
              <a:path extrusionOk="0" h="245" w="18930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lt1"/>
          </a:solidFill>
          <a:ln>
            <a:noFill/>
          </a:ln>
          <a:effectLst>
            <a:outerShdw blurRad="381000" rotWithShape="0" algn="ctr" dir="27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108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390186" y="4955176"/>
            <a:ext cx="11422972" cy="86356"/>
          </a:xfrm>
          <a:custGeom>
            <a:rect b="b" l="l" r="r" t="t"/>
            <a:pathLst>
              <a:path extrusionOk="0" h="245" w="18930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lt1"/>
          </a:solidFill>
          <a:ln>
            <a:noFill/>
          </a:ln>
          <a:effectLst>
            <a:outerShdw blurRad="381000" rotWithShape="0" algn="ctr" dir="27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108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390186" y="5763362"/>
            <a:ext cx="11422972" cy="86356"/>
          </a:xfrm>
          <a:custGeom>
            <a:rect b="b" l="l" r="r" t="t"/>
            <a:pathLst>
              <a:path extrusionOk="0" h="245" w="18930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lt1"/>
          </a:solidFill>
          <a:ln>
            <a:noFill/>
          </a:ln>
          <a:effectLst>
            <a:outerShdw blurRad="381000" rotWithShape="0" algn="ctr" dir="27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108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390185" y="2415879"/>
            <a:ext cx="2838852" cy="8635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1499756" y="3246054"/>
            <a:ext cx="4821585" cy="86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6321341" y="4955947"/>
            <a:ext cx="2124957" cy="863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8923306" y="5763362"/>
            <a:ext cx="2889851" cy="863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918713" y="4124810"/>
            <a:ext cx="6315272" cy="863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9" name="Google Shape;519;p14"/>
          <p:cNvSpPr txBox="1"/>
          <p:nvPr/>
        </p:nvSpPr>
        <p:spPr>
          <a:xfrm>
            <a:off x="354994" y="2126729"/>
            <a:ext cx="92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PHASE 1</a:t>
            </a:r>
            <a:endParaRPr/>
          </a:p>
        </p:txBody>
      </p:sp>
      <p:sp>
        <p:nvSpPr>
          <p:cNvPr id="520" name="Google Shape;520;p14"/>
          <p:cNvSpPr txBox="1"/>
          <p:nvPr/>
        </p:nvSpPr>
        <p:spPr>
          <a:xfrm>
            <a:off x="354994" y="2510263"/>
            <a:ext cx="36819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elit. </a:t>
            </a:r>
            <a:endParaRPr/>
          </a:p>
        </p:txBody>
      </p:sp>
      <p:sp>
        <p:nvSpPr>
          <p:cNvPr id="521" name="Google Shape;521;p14"/>
          <p:cNvSpPr txBox="1"/>
          <p:nvPr/>
        </p:nvSpPr>
        <p:spPr>
          <a:xfrm>
            <a:off x="1445179" y="2952179"/>
            <a:ext cx="92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PHASE 2</a:t>
            </a:r>
            <a:endParaRPr/>
          </a:p>
        </p:txBody>
      </p:sp>
      <p:sp>
        <p:nvSpPr>
          <p:cNvPr id="522" name="Google Shape;522;p14"/>
          <p:cNvSpPr txBox="1"/>
          <p:nvPr/>
        </p:nvSpPr>
        <p:spPr>
          <a:xfrm>
            <a:off x="1445179" y="3335712"/>
            <a:ext cx="3591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elit. </a:t>
            </a:r>
            <a:endParaRPr/>
          </a:p>
        </p:txBody>
      </p:sp>
      <p:sp>
        <p:nvSpPr>
          <p:cNvPr id="523" name="Google Shape;523;p14"/>
          <p:cNvSpPr txBox="1"/>
          <p:nvPr/>
        </p:nvSpPr>
        <p:spPr>
          <a:xfrm>
            <a:off x="3883522" y="3823231"/>
            <a:ext cx="92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PHASE 3</a:t>
            </a:r>
            <a:endParaRPr/>
          </a:p>
        </p:txBody>
      </p:sp>
      <p:sp>
        <p:nvSpPr>
          <p:cNvPr id="524" name="Google Shape;524;p14"/>
          <p:cNvSpPr txBox="1"/>
          <p:nvPr/>
        </p:nvSpPr>
        <p:spPr>
          <a:xfrm>
            <a:off x="3883522" y="4216963"/>
            <a:ext cx="3591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elit. </a:t>
            </a:r>
            <a:endParaRPr/>
          </a:p>
        </p:txBody>
      </p:sp>
      <p:sp>
        <p:nvSpPr>
          <p:cNvPr id="525" name="Google Shape;525;p14"/>
          <p:cNvSpPr txBox="1"/>
          <p:nvPr/>
        </p:nvSpPr>
        <p:spPr>
          <a:xfrm>
            <a:off x="6310878" y="4657104"/>
            <a:ext cx="92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PHASE 4</a:t>
            </a:r>
            <a:endParaRPr/>
          </a:p>
        </p:txBody>
      </p:sp>
      <p:sp>
        <p:nvSpPr>
          <p:cNvPr id="526" name="Google Shape;526;p14"/>
          <p:cNvSpPr txBox="1"/>
          <p:nvPr/>
        </p:nvSpPr>
        <p:spPr>
          <a:xfrm>
            <a:off x="6286304" y="5025985"/>
            <a:ext cx="35910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7" name="Google Shape;527;p14"/>
          <p:cNvSpPr txBox="1"/>
          <p:nvPr/>
        </p:nvSpPr>
        <p:spPr>
          <a:xfrm>
            <a:off x="8923306" y="5470901"/>
            <a:ext cx="9220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PHASE 5</a:t>
            </a:r>
            <a:endParaRPr/>
          </a:p>
        </p:txBody>
      </p:sp>
      <p:sp>
        <p:nvSpPr>
          <p:cNvPr id="528" name="Google Shape;528;p14"/>
          <p:cNvSpPr txBox="1"/>
          <p:nvPr/>
        </p:nvSpPr>
        <p:spPr>
          <a:xfrm>
            <a:off x="8873479" y="5854103"/>
            <a:ext cx="29506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elit. </a:t>
            </a:r>
            <a:endParaRPr/>
          </a:p>
        </p:txBody>
      </p:sp>
      <p:sp>
        <p:nvSpPr>
          <p:cNvPr id="529" name="Google Shape;529;p14"/>
          <p:cNvSpPr txBox="1"/>
          <p:nvPr/>
        </p:nvSpPr>
        <p:spPr>
          <a:xfrm>
            <a:off x="503416" y="1532042"/>
            <a:ext cx="4756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JAN</a:t>
            </a:r>
            <a:endParaRPr/>
          </a:p>
        </p:txBody>
      </p:sp>
      <p:sp>
        <p:nvSpPr>
          <p:cNvPr id="530" name="Google Shape;530;p14"/>
          <p:cNvSpPr txBox="1"/>
          <p:nvPr/>
        </p:nvSpPr>
        <p:spPr>
          <a:xfrm>
            <a:off x="1476423" y="1532042"/>
            <a:ext cx="476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FEB</a:t>
            </a:r>
            <a:endParaRPr/>
          </a:p>
        </p:txBody>
      </p:sp>
      <p:sp>
        <p:nvSpPr>
          <p:cNvPr id="531" name="Google Shape;531;p14"/>
          <p:cNvSpPr txBox="1"/>
          <p:nvPr/>
        </p:nvSpPr>
        <p:spPr>
          <a:xfrm>
            <a:off x="2424168" y="1532042"/>
            <a:ext cx="5277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MAR</a:t>
            </a:r>
            <a:endParaRPr/>
          </a:p>
        </p:txBody>
      </p:sp>
      <p:sp>
        <p:nvSpPr>
          <p:cNvPr id="532" name="Google Shape;532;p14"/>
          <p:cNvSpPr txBox="1"/>
          <p:nvPr/>
        </p:nvSpPr>
        <p:spPr>
          <a:xfrm>
            <a:off x="3415995" y="1532042"/>
            <a:ext cx="4908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APR</a:t>
            </a:r>
            <a:endParaRPr/>
          </a:p>
        </p:txBody>
      </p:sp>
      <p:sp>
        <p:nvSpPr>
          <p:cNvPr id="533" name="Google Shape;533;p14"/>
          <p:cNvSpPr txBox="1"/>
          <p:nvPr/>
        </p:nvSpPr>
        <p:spPr>
          <a:xfrm>
            <a:off x="4380380" y="1532042"/>
            <a:ext cx="508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MAY</a:t>
            </a:r>
            <a:endParaRPr/>
          </a:p>
        </p:txBody>
      </p:sp>
      <p:sp>
        <p:nvSpPr>
          <p:cNvPr id="534" name="Google Shape;534;p14"/>
          <p:cNvSpPr txBox="1"/>
          <p:nvPr/>
        </p:nvSpPr>
        <p:spPr>
          <a:xfrm>
            <a:off x="5366790" y="1532042"/>
            <a:ext cx="4828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JUN</a:t>
            </a:r>
            <a:endParaRPr/>
          </a:p>
        </p:txBody>
      </p:sp>
      <p:sp>
        <p:nvSpPr>
          <p:cNvPr id="535" name="Google Shape;535;p14"/>
          <p:cNvSpPr txBox="1"/>
          <p:nvPr/>
        </p:nvSpPr>
        <p:spPr>
          <a:xfrm>
            <a:off x="6355410" y="1532042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JUL</a:t>
            </a:r>
            <a:endParaRPr/>
          </a:p>
        </p:txBody>
      </p:sp>
      <p:sp>
        <p:nvSpPr>
          <p:cNvPr id="536" name="Google Shape;536;p14"/>
          <p:cNvSpPr txBox="1"/>
          <p:nvPr/>
        </p:nvSpPr>
        <p:spPr>
          <a:xfrm>
            <a:off x="7294724" y="1532042"/>
            <a:ext cx="5205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AUG</a:t>
            </a:r>
            <a:endParaRPr/>
          </a:p>
        </p:txBody>
      </p:sp>
      <p:sp>
        <p:nvSpPr>
          <p:cNvPr id="537" name="Google Shape;537;p14"/>
          <p:cNvSpPr txBox="1"/>
          <p:nvPr/>
        </p:nvSpPr>
        <p:spPr>
          <a:xfrm>
            <a:off x="8287769" y="1532042"/>
            <a:ext cx="4812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SEP</a:t>
            </a:r>
            <a:endParaRPr/>
          </a:p>
        </p:txBody>
      </p:sp>
      <p:sp>
        <p:nvSpPr>
          <p:cNvPr id="538" name="Google Shape;538;p14"/>
          <p:cNvSpPr txBox="1"/>
          <p:nvPr/>
        </p:nvSpPr>
        <p:spPr>
          <a:xfrm>
            <a:off x="9247535" y="1532042"/>
            <a:ext cx="508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OCT</a:t>
            </a:r>
            <a:endParaRPr/>
          </a:p>
        </p:txBody>
      </p:sp>
      <p:sp>
        <p:nvSpPr>
          <p:cNvPr id="539" name="Google Shape;539;p14"/>
          <p:cNvSpPr txBox="1"/>
          <p:nvPr/>
        </p:nvSpPr>
        <p:spPr>
          <a:xfrm>
            <a:off x="10211311" y="1532042"/>
            <a:ext cx="5277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NOV</a:t>
            </a:r>
            <a:endParaRPr/>
          </a:p>
        </p:txBody>
      </p:sp>
      <p:sp>
        <p:nvSpPr>
          <p:cNvPr id="540" name="Google Shape;540;p14"/>
          <p:cNvSpPr txBox="1"/>
          <p:nvPr/>
        </p:nvSpPr>
        <p:spPr>
          <a:xfrm>
            <a:off x="11194323" y="1532042"/>
            <a:ext cx="508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DEC</a:t>
            </a:r>
            <a:endParaRPr/>
          </a:p>
        </p:txBody>
      </p:sp>
      <p:sp>
        <p:nvSpPr>
          <p:cNvPr id="541" name="Google Shape;541;p14"/>
          <p:cNvSpPr txBox="1"/>
          <p:nvPr>
            <p:ph type="title"/>
          </p:nvPr>
        </p:nvSpPr>
        <p:spPr>
          <a:xfrm>
            <a:off x="384175" y="381000"/>
            <a:ext cx="926326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Timeline</a:t>
            </a:r>
            <a:endParaRPr/>
          </a:p>
        </p:txBody>
      </p:sp>
      <p:sp>
        <p:nvSpPr>
          <p:cNvPr id="542" name="Google Shape;542;p14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1</a:t>
            </a:r>
            <a:endParaRPr b="1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Workstream Timeline</a:t>
            </a:r>
            <a:endParaRPr/>
          </a:p>
        </p:txBody>
      </p:sp>
      <p:graphicFrame>
        <p:nvGraphicFramePr>
          <p:cNvPr id="549" name="Google Shape;549;p15"/>
          <p:cNvGraphicFramePr/>
          <p:nvPr/>
        </p:nvGraphicFramePr>
        <p:xfrm>
          <a:off x="745727" y="1520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  <a:gridCol w="65145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Month 0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Month 1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</a:t>
                      </a:r>
                      <a:r>
                        <a:rPr b="1" lang="en-US" sz="105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nth 2</a:t>
                      </a:r>
                      <a:endParaRPr b="1" sz="105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Month 3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Month 4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2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 -1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1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2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3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4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5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6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7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8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9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10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11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</a:t>
                      </a: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12</a:t>
                      </a:r>
                      <a:endParaRPr b="0" i="0"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 13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 14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 15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Wk 16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16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50" name="Google Shape;550;p15"/>
          <p:cNvSpPr/>
          <p:nvPr/>
        </p:nvSpPr>
        <p:spPr>
          <a:xfrm>
            <a:off x="8576441" y="4628446"/>
            <a:ext cx="2948152" cy="404984"/>
          </a:xfrm>
          <a:prstGeom prst="flowChartProcess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545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Sprint 1 development and launch</a:t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745725" y="2235036"/>
            <a:ext cx="2880343" cy="442035"/>
          </a:xfrm>
          <a:prstGeom prst="flowChartProcess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545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Pmo | approach,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Scope, &amp; definition | value case Prioritization</a:t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3169627" y="2861177"/>
            <a:ext cx="1496966" cy="404983"/>
          </a:xfrm>
          <a:prstGeom prst="flowChartProcess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545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Value case Prioritization | </a:t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5312980" y="3450266"/>
            <a:ext cx="4193627" cy="404984"/>
          </a:xfrm>
          <a:prstGeom prst="flowChartProcess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545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Strategy MODEL &amp; DATA MODEL PLAN: business requirements,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Data domains, data elements</a:t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7234770" y="4039356"/>
            <a:ext cx="3611906" cy="404984"/>
          </a:xfrm>
          <a:prstGeom prst="flowChartProcess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545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Data governance plan</a:t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9695794" y="5217536"/>
            <a:ext cx="1828799" cy="404984"/>
          </a:xfrm>
          <a:prstGeom prst="flowChartProcess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545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Integrated Roadmap &amp; readout </a:t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2769323" y="5806627"/>
            <a:ext cx="9035326" cy="404984"/>
          </a:xfrm>
          <a:prstGeom prst="flowChartProcess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545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Change management &amp; Communication</a:t>
            </a:r>
            <a:endParaRPr/>
          </a:p>
        </p:txBody>
      </p:sp>
      <p:cxnSp>
        <p:nvCxnSpPr>
          <p:cNvPr id="557" name="Google Shape;557;p15"/>
          <p:cNvCxnSpPr/>
          <p:nvPr/>
        </p:nvCxnSpPr>
        <p:spPr>
          <a:xfrm>
            <a:off x="592332" y="2152650"/>
            <a:ext cx="0" cy="4153840"/>
          </a:xfrm>
          <a:prstGeom prst="straightConnector1">
            <a:avLst/>
          </a:prstGeom>
          <a:solidFill>
            <a:schemeClr val="lt2"/>
          </a:solidFill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15"/>
          <p:cNvSpPr txBox="1"/>
          <p:nvPr/>
        </p:nvSpPr>
        <p:spPr>
          <a:xfrm>
            <a:off x="371475" y="5107881"/>
            <a:ext cx="441714" cy="5676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 are here</a:t>
            </a:r>
            <a:endParaRPr/>
          </a:p>
        </p:txBody>
      </p:sp>
      <p:sp>
        <p:nvSpPr>
          <p:cNvPr id="559" name="Google Shape;559;p15"/>
          <p:cNvSpPr txBox="1"/>
          <p:nvPr/>
        </p:nvSpPr>
        <p:spPr>
          <a:xfrm>
            <a:off x="10979894" y="1214570"/>
            <a:ext cx="840636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Deliverables</a:t>
            </a: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10766894" y="1211072"/>
            <a:ext cx="163330" cy="160884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9"/>
              <a:buFont typeface="Verdana"/>
              <a:buNone/>
            </a:pPr>
            <a:r>
              <a:t/>
            </a:r>
            <a:endParaRPr b="0" i="0" sz="1309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David Wargo</a:t>
            </a:r>
            <a:endParaRPr b="0" i="0" sz="1050" u="none" cap="none" strike="noStrike">
              <a:solidFill>
                <a:srgbClr val="88888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"/>
          <p:cNvSpPr txBox="1"/>
          <p:nvPr>
            <p:ph idx="1" type="body"/>
          </p:nvPr>
        </p:nvSpPr>
        <p:spPr>
          <a:xfrm>
            <a:off x="385762" y="802298"/>
            <a:ext cx="10268986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68" name="Google Shape;568;p16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Workstream Action Items: Open </a:t>
            </a:r>
            <a:br>
              <a:rPr lang="en-US"/>
            </a:br>
            <a:endParaRPr/>
          </a:p>
        </p:txBody>
      </p:sp>
      <p:graphicFrame>
        <p:nvGraphicFramePr>
          <p:cNvPr id="569" name="Google Shape;569;p16"/>
          <p:cNvGraphicFramePr/>
          <p:nvPr/>
        </p:nvGraphicFramePr>
        <p:xfrm>
          <a:off x="384173" y="15208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{7EA94CE7-4096-4757-AED3-9D44282B2E6F}</a:tableStyleId>
              </a:tblPr>
              <a:tblGrid>
                <a:gridCol w="4606300"/>
                <a:gridCol w="1423025"/>
                <a:gridCol w="2703525"/>
                <a:gridCol w="2703525"/>
              </a:tblGrid>
              <a:tr h="1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Actions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Due Date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By Whom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Status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0" name="Google Shape;570;p16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David Wargo</a:t>
            </a:r>
            <a:endParaRPr b="0" i="0" sz="1050" u="none" cap="none" strike="noStrike">
              <a:solidFill>
                <a:srgbClr val="88888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7"/>
          <p:cNvSpPr txBox="1"/>
          <p:nvPr>
            <p:ph idx="1" type="body"/>
          </p:nvPr>
        </p:nvSpPr>
        <p:spPr>
          <a:xfrm>
            <a:off x="385762" y="802298"/>
            <a:ext cx="105075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76" name="Google Shape;576;p17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Workstream Action Items: Closed </a:t>
            </a:r>
            <a:br>
              <a:rPr lang="en-US"/>
            </a:br>
            <a:endParaRPr/>
          </a:p>
        </p:txBody>
      </p:sp>
      <p:graphicFrame>
        <p:nvGraphicFramePr>
          <p:cNvPr id="577" name="Google Shape;577;p17"/>
          <p:cNvGraphicFramePr/>
          <p:nvPr/>
        </p:nvGraphicFramePr>
        <p:xfrm>
          <a:off x="384173" y="15208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{7EA94CE7-4096-4757-AED3-9D44282B2E6F}</a:tableStyleId>
              </a:tblPr>
              <a:tblGrid>
                <a:gridCol w="4606300"/>
                <a:gridCol w="1423025"/>
                <a:gridCol w="2703525"/>
                <a:gridCol w="2703525"/>
              </a:tblGrid>
              <a:tr h="1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Actions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Completed Date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By Whom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Status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8" name="Google Shape;578;p17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David Wargo</a:t>
            </a:r>
            <a:endParaRPr b="0" i="0" sz="1050" u="none" cap="none" strike="noStrike">
              <a:solidFill>
                <a:srgbClr val="88888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8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Subtitle</a:t>
            </a:r>
            <a:endParaRPr/>
          </a:p>
        </p:txBody>
      </p:sp>
      <p:sp>
        <p:nvSpPr>
          <p:cNvPr id="584" name="Google Shape;584;p18"/>
          <p:cNvSpPr txBox="1"/>
          <p:nvPr/>
        </p:nvSpPr>
        <p:spPr>
          <a:xfrm>
            <a:off x="8446298" y="2062695"/>
            <a:ext cx="4756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JAN</a:t>
            </a:r>
            <a:endParaRPr/>
          </a:p>
        </p:txBody>
      </p:sp>
      <p:sp>
        <p:nvSpPr>
          <p:cNvPr id="585" name="Google Shape;585;p18"/>
          <p:cNvSpPr txBox="1"/>
          <p:nvPr/>
        </p:nvSpPr>
        <p:spPr>
          <a:xfrm>
            <a:off x="1476423" y="1532042"/>
            <a:ext cx="476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FEB</a:t>
            </a:r>
            <a:endParaRPr/>
          </a:p>
        </p:txBody>
      </p:sp>
      <p:sp>
        <p:nvSpPr>
          <p:cNvPr id="586" name="Google Shape;586;p18"/>
          <p:cNvSpPr txBox="1"/>
          <p:nvPr/>
        </p:nvSpPr>
        <p:spPr>
          <a:xfrm>
            <a:off x="2424168" y="1532042"/>
            <a:ext cx="5277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MAR</a:t>
            </a:r>
            <a:endParaRPr/>
          </a:p>
        </p:txBody>
      </p:sp>
      <p:sp>
        <p:nvSpPr>
          <p:cNvPr id="587" name="Google Shape;587;p18"/>
          <p:cNvSpPr txBox="1"/>
          <p:nvPr/>
        </p:nvSpPr>
        <p:spPr>
          <a:xfrm>
            <a:off x="3415995" y="1532042"/>
            <a:ext cx="4908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APR</a:t>
            </a:r>
            <a:endParaRPr/>
          </a:p>
        </p:txBody>
      </p:sp>
      <p:sp>
        <p:nvSpPr>
          <p:cNvPr id="588" name="Google Shape;588;p18"/>
          <p:cNvSpPr txBox="1"/>
          <p:nvPr/>
        </p:nvSpPr>
        <p:spPr>
          <a:xfrm>
            <a:off x="4380380" y="1532042"/>
            <a:ext cx="508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MAY</a:t>
            </a:r>
            <a:endParaRPr/>
          </a:p>
        </p:txBody>
      </p:sp>
      <p:sp>
        <p:nvSpPr>
          <p:cNvPr id="589" name="Google Shape;589;p18"/>
          <p:cNvSpPr txBox="1"/>
          <p:nvPr/>
        </p:nvSpPr>
        <p:spPr>
          <a:xfrm>
            <a:off x="5366790" y="1532042"/>
            <a:ext cx="4828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JUN</a:t>
            </a:r>
            <a:endParaRPr/>
          </a:p>
        </p:txBody>
      </p:sp>
      <p:sp>
        <p:nvSpPr>
          <p:cNvPr id="590" name="Google Shape;590;p18"/>
          <p:cNvSpPr txBox="1"/>
          <p:nvPr/>
        </p:nvSpPr>
        <p:spPr>
          <a:xfrm>
            <a:off x="6355410" y="1532042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JUL</a:t>
            </a:r>
            <a:endParaRPr/>
          </a:p>
        </p:txBody>
      </p:sp>
      <p:sp>
        <p:nvSpPr>
          <p:cNvPr id="591" name="Google Shape;591;p18"/>
          <p:cNvSpPr txBox="1"/>
          <p:nvPr/>
        </p:nvSpPr>
        <p:spPr>
          <a:xfrm>
            <a:off x="7294724" y="1532042"/>
            <a:ext cx="5205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AUG</a:t>
            </a:r>
            <a:endParaRPr/>
          </a:p>
        </p:txBody>
      </p:sp>
      <p:sp>
        <p:nvSpPr>
          <p:cNvPr id="592" name="Google Shape;592;p18"/>
          <p:cNvSpPr txBox="1"/>
          <p:nvPr/>
        </p:nvSpPr>
        <p:spPr>
          <a:xfrm>
            <a:off x="8287769" y="1532042"/>
            <a:ext cx="4812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SEP</a:t>
            </a:r>
            <a:endParaRPr/>
          </a:p>
        </p:txBody>
      </p:sp>
      <p:sp>
        <p:nvSpPr>
          <p:cNvPr id="593" name="Google Shape;593;p18"/>
          <p:cNvSpPr txBox="1"/>
          <p:nvPr/>
        </p:nvSpPr>
        <p:spPr>
          <a:xfrm>
            <a:off x="9247535" y="1532042"/>
            <a:ext cx="508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OCT</a:t>
            </a:r>
            <a:endParaRPr/>
          </a:p>
        </p:txBody>
      </p:sp>
      <p:sp>
        <p:nvSpPr>
          <p:cNvPr id="594" name="Google Shape;594;p18"/>
          <p:cNvSpPr txBox="1"/>
          <p:nvPr/>
        </p:nvSpPr>
        <p:spPr>
          <a:xfrm>
            <a:off x="10211311" y="1532042"/>
            <a:ext cx="5277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NOV</a:t>
            </a:r>
            <a:endParaRPr/>
          </a:p>
        </p:txBody>
      </p:sp>
      <p:sp>
        <p:nvSpPr>
          <p:cNvPr id="595" name="Google Shape;595;p18"/>
          <p:cNvSpPr txBox="1"/>
          <p:nvPr/>
        </p:nvSpPr>
        <p:spPr>
          <a:xfrm>
            <a:off x="11194323" y="1532042"/>
            <a:ext cx="508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DEC</a:t>
            </a:r>
            <a:endParaRPr/>
          </a:p>
        </p:txBody>
      </p:sp>
      <p:sp>
        <p:nvSpPr>
          <p:cNvPr id="596" name="Google Shape;596;p18"/>
          <p:cNvSpPr txBox="1"/>
          <p:nvPr>
            <p:ph type="title"/>
          </p:nvPr>
        </p:nvSpPr>
        <p:spPr>
          <a:xfrm>
            <a:off x="384175" y="381000"/>
            <a:ext cx="926326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Key Milestones</a:t>
            </a:r>
            <a:endParaRPr/>
          </a:p>
        </p:txBody>
      </p:sp>
      <p:graphicFrame>
        <p:nvGraphicFramePr>
          <p:cNvPr id="597" name="Google Shape;597;p18"/>
          <p:cNvGraphicFramePr/>
          <p:nvPr/>
        </p:nvGraphicFramePr>
        <p:xfrm>
          <a:off x="384175" y="15320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4456325"/>
                <a:gridCol w="4755575"/>
                <a:gridCol w="1982900"/>
              </a:tblGrid>
              <a:tr h="448225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Key Milestones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Due Date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44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9"/>
          <p:cNvSpPr/>
          <p:nvPr/>
        </p:nvSpPr>
        <p:spPr>
          <a:xfrm>
            <a:off x="2318941" y="1527382"/>
            <a:ext cx="2026802" cy="811823"/>
          </a:xfrm>
          <a:prstGeom prst="homePlate">
            <a:avLst>
              <a:gd fmla="val 226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0" lIns="396000" spcFirstLastPara="1" rIns="0" wrap="square" tIns="2519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Stage 1</a:t>
            </a:r>
            <a:endParaRPr b="0" i="0" sz="14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4187636" y="1537871"/>
            <a:ext cx="2026802" cy="811823"/>
          </a:xfrm>
          <a:prstGeom prst="chevron">
            <a:avLst>
              <a:gd fmla="val 2271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0" lIns="180000" spcFirstLastPara="1" rIns="0" wrap="square" tIns="2519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Stage 2</a:t>
            </a:r>
            <a:endParaRPr b="0" i="0" sz="14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6056332" y="1537871"/>
            <a:ext cx="2026802" cy="811823"/>
          </a:xfrm>
          <a:prstGeom prst="chevron">
            <a:avLst>
              <a:gd fmla="val 2271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0" lIns="180000" spcFirstLastPara="1" rIns="0" wrap="square" tIns="2519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Stage 3</a:t>
            </a:r>
            <a:endParaRPr b="0" i="0" sz="14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7925027" y="1537871"/>
            <a:ext cx="2026802" cy="811823"/>
          </a:xfrm>
          <a:prstGeom prst="chevron">
            <a:avLst>
              <a:gd fmla="val 2271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0" lIns="180000" spcFirstLastPara="1" rIns="0" wrap="square" tIns="2519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Stage 4</a:t>
            </a:r>
            <a:endParaRPr b="0" i="0" sz="14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6" name="Google Shape;606;p19"/>
          <p:cNvSpPr/>
          <p:nvPr/>
        </p:nvSpPr>
        <p:spPr>
          <a:xfrm>
            <a:off x="9793723" y="1537871"/>
            <a:ext cx="2026802" cy="811823"/>
          </a:xfrm>
          <a:prstGeom prst="chevron">
            <a:avLst>
              <a:gd fmla="val 2271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180000" spcFirstLastPara="1" rIns="0" wrap="square" tIns="2519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Stage 5</a:t>
            </a:r>
            <a:endParaRPr b="0" i="0" sz="14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7" name="Google Shape;607;p19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Subtitle</a:t>
            </a:r>
            <a:endParaRPr/>
          </a:p>
        </p:txBody>
      </p:sp>
      <p:sp>
        <p:nvSpPr>
          <p:cNvPr id="608" name="Google Shape;608;p19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Key Phases</a:t>
            </a:r>
            <a:endParaRPr/>
          </a:p>
        </p:txBody>
      </p:sp>
      <p:sp>
        <p:nvSpPr>
          <p:cNvPr id="609" name="Google Shape;609;p19"/>
          <p:cNvSpPr txBox="1"/>
          <p:nvPr/>
        </p:nvSpPr>
        <p:spPr>
          <a:xfrm>
            <a:off x="2318941" y="2550266"/>
            <a:ext cx="186869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0" name="Google Shape;610;p19"/>
          <p:cNvSpPr txBox="1"/>
          <p:nvPr/>
        </p:nvSpPr>
        <p:spPr>
          <a:xfrm>
            <a:off x="4365433" y="2550266"/>
            <a:ext cx="163182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1" name="Google Shape;611;p19"/>
          <p:cNvSpPr txBox="1"/>
          <p:nvPr/>
        </p:nvSpPr>
        <p:spPr>
          <a:xfrm>
            <a:off x="6175054" y="2550266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2" name="Google Shape;612;p19"/>
          <p:cNvSpPr txBox="1"/>
          <p:nvPr/>
        </p:nvSpPr>
        <p:spPr>
          <a:xfrm>
            <a:off x="8063442" y="2550266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3" name="Google Shape;613;p19"/>
          <p:cNvSpPr txBox="1"/>
          <p:nvPr/>
        </p:nvSpPr>
        <p:spPr>
          <a:xfrm>
            <a:off x="9951829" y="2550266"/>
            <a:ext cx="18528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4" name="Google Shape;614;p19"/>
          <p:cNvSpPr txBox="1"/>
          <p:nvPr/>
        </p:nvSpPr>
        <p:spPr>
          <a:xfrm>
            <a:off x="371475" y="2550264"/>
            <a:ext cx="1710594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Timing</a:t>
            </a:r>
            <a:endParaRPr b="1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15" name="Google Shape;615;p19"/>
          <p:cNvSpPr txBox="1"/>
          <p:nvPr/>
        </p:nvSpPr>
        <p:spPr>
          <a:xfrm>
            <a:off x="2334817" y="3516499"/>
            <a:ext cx="186869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6" name="Google Shape;616;p19"/>
          <p:cNvSpPr txBox="1"/>
          <p:nvPr/>
        </p:nvSpPr>
        <p:spPr>
          <a:xfrm>
            <a:off x="4381309" y="3516499"/>
            <a:ext cx="163182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7" name="Google Shape;617;p19"/>
          <p:cNvSpPr txBox="1"/>
          <p:nvPr/>
        </p:nvSpPr>
        <p:spPr>
          <a:xfrm>
            <a:off x="6190930" y="3516499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8" name="Google Shape;618;p19"/>
          <p:cNvSpPr txBox="1"/>
          <p:nvPr/>
        </p:nvSpPr>
        <p:spPr>
          <a:xfrm>
            <a:off x="8079318" y="3516499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19" name="Google Shape;619;p19"/>
          <p:cNvSpPr txBox="1"/>
          <p:nvPr/>
        </p:nvSpPr>
        <p:spPr>
          <a:xfrm>
            <a:off x="9967705" y="3516499"/>
            <a:ext cx="18528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0" name="Google Shape;620;p19"/>
          <p:cNvSpPr txBox="1"/>
          <p:nvPr/>
        </p:nvSpPr>
        <p:spPr>
          <a:xfrm>
            <a:off x="387351" y="3516497"/>
            <a:ext cx="1710594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Required inputs</a:t>
            </a:r>
            <a:endParaRPr b="1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1" name="Google Shape;621;p19"/>
          <p:cNvSpPr txBox="1"/>
          <p:nvPr/>
        </p:nvSpPr>
        <p:spPr>
          <a:xfrm>
            <a:off x="2318941" y="4482732"/>
            <a:ext cx="186869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2" name="Google Shape;622;p19"/>
          <p:cNvSpPr txBox="1"/>
          <p:nvPr/>
        </p:nvSpPr>
        <p:spPr>
          <a:xfrm>
            <a:off x="4365433" y="4482732"/>
            <a:ext cx="163182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3" name="Google Shape;623;p19"/>
          <p:cNvSpPr txBox="1"/>
          <p:nvPr/>
        </p:nvSpPr>
        <p:spPr>
          <a:xfrm>
            <a:off x="6175054" y="4482732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4" name="Google Shape;624;p19"/>
          <p:cNvSpPr txBox="1"/>
          <p:nvPr/>
        </p:nvSpPr>
        <p:spPr>
          <a:xfrm>
            <a:off x="8063442" y="4482732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5" name="Google Shape;625;p19"/>
          <p:cNvSpPr txBox="1"/>
          <p:nvPr/>
        </p:nvSpPr>
        <p:spPr>
          <a:xfrm>
            <a:off x="9951829" y="4482732"/>
            <a:ext cx="18528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6" name="Google Shape;626;p19"/>
          <p:cNvSpPr txBox="1"/>
          <p:nvPr/>
        </p:nvSpPr>
        <p:spPr>
          <a:xfrm>
            <a:off x="371475" y="4482730"/>
            <a:ext cx="1710594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/>
          </a:p>
        </p:txBody>
      </p:sp>
      <p:sp>
        <p:nvSpPr>
          <p:cNvPr id="627" name="Google Shape;627;p19"/>
          <p:cNvSpPr txBox="1"/>
          <p:nvPr/>
        </p:nvSpPr>
        <p:spPr>
          <a:xfrm>
            <a:off x="2334817" y="5448966"/>
            <a:ext cx="186869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8" name="Google Shape;628;p19"/>
          <p:cNvSpPr txBox="1"/>
          <p:nvPr/>
        </p:nvSpPr>
        <p:spPr>
          <a:xfrm>
            <a:off x="4381309" y="5448966"/>
            <a:ext cx="163182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29" name="Google Shape;629;p19"/>
          <p:cNvSpPr txBox="1"/>
          <p:nvPr/>
        </p:nvSpPr>
        <p:spPr>
          <a:xfrm>
            <a:off x="6190930" y="5448966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30" name="Google Shape;630;p19"/>
          <p:cNvSpPr txBox="1"/>
          <p:nvPr/>
        </p:nvSpPr>
        <p:spPr>
          <a:xfrm>
            <a:off x="8079318" y="5448966"/>
            <a:ext cx="17105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31" name="Google Shape;631;p19"/>
          <p:cNvSpPr txBox="1"/>
          <p:nvPr/>
        </p:nvSpPr>
        <p:spPr>
          <a:xfrm>
            <a:off x="9967705" y="5448966"/>
            <a:ext cx="18528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Lorem ipsum dolor sit amet, consectetur adipiscing elit </a:t>
            </a:r>
            <a:endParaRPr/>
          </a:p>
        </p:txBody>
      </p:sp>
      <p:sp>
        <p:nvSpPr>
          <p:cNvPr id="632" name="Google Shape;632;p19"/>
          <p:cNvSpPr txBox="1"/>
          <p:nvPr/>
        </p:nvSpPr>
        <p:spPr>
          <a:xfrm>
            <a:off x="387351" y="5448964"/>
            <a:ext cx="1710594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Deliverables</a:t>
            </a:r>
            <a:endParaRPr b="1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3" name="Google Shape;633;p19"/>
          <p:cNvSpPr txBox="1"/>
          <p:nvPr/>
        </p:nvSpPr>
        <p:spPr>
          <a:xfrm>
            <a:off x="1263721" y="662683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Subtitle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0" name="Google Shape;640;p20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Workplan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1" name="Google Shape;641;p20"/>
          <p:cNvSpPr txBox="1"/>
          <p:nvPr/>
        </p:nvSpPr>
        <p:spPr>
          <a:xfrm>
            <a:off x="374014" y="1896533"/>
            <a:ext cx="1737001" cy="7902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1425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42" name="Google Shape;642;p20"/>
          <p:cNvSpPr/>
          <p:nvPr/>
        </p:nvSpPr>
        <p:spPr>
          <a:xfrm>
            <a:off x="2258499" y="1896534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3" name="Google Shape;643;p20"/>
          <p:cNvSpPr txBox="1"/>
          <p:nvPr/>
        </p:nvSpPr>
        <p:spPr>
          <a:xfrm>
            <a:off x="374014" y="2802461"/>
            <a:ext cx="1737001" cy="7902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1425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44" name="Google Shape;644;p20"/>
          <p:cNvSpPr/>
          <p:nvPr/>
        </p:nvSpPr>
        <p:spPr>
          <a:xfrm>
            <a:off x="2258499" y="2802462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5" name="Google Shape;645;p20"/>
          <p:cNvSpPr txBox="1"/>
          <p:nvPr/>
        </p:nvSpPr>
        <p:spPr>
          <a:xfrm>
            <a:off x="374014" y="3708389"/>
            <a:ext cx="1737001" cy="7902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1425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46" name="Google Shape;646;p20"/>
          <p:cNvSpPr/>
          <p:nvPr/>
        </p:nvSpPr>
        <p:spPr>
          <a:xfrm>
            <a:off x="2258499" y="3708390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7" name="Google Shape;647;p20"/>
          <p:cNvSpPr txBox="1"/>
          <p:nvPr/>
        </p:nvSpPr>
        <p:spPr>
          <a:xfrm>
            <a:off x="374014" y="4616116"/>
            <a:ext cx="1737001" cy="7902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1425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48" name="Google Shape;648;p20"/>
          <p:cNvSpPr/>
          <p:nvPr/>
        </p:nvSpPr>
        <p:spPr>
          <a:xfrm>
            <a:off x="2258499" y="4616117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9" name="Google Shape;649;p20"/>
          <p:cNvSpPr txBox="1"/>
          <p:nvPr/>
        </p:nvSpPr>
        <p:spPr>
          <a:xfrm>
            <a:off x="374014" y="5525642"/>
            <a:ext cx="1737001" cy="7902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1425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50" name="Google Shape;650;p20"/>
          <p:cNvSpPr/>
          <p:nvPr/>
        </p:nvSpPr>
        <p:spPr>
          <a:xfrm>
            <a:off x="2258499" y="5525643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</p:txBody>
      </p:sp>
      <p:sp>
        <p:nvSpPr>
          <p:cNvPr id="651" name="Google Shape;651;p20"/>
          <p:cNvSpPr txBox="1"/>
          <p:nvPr/>
        </p:nvSpPr>
        <p:spPr>
          <a:xfrm>
            <a:off x="374014" y="1389623"/>
            <a:ext cx="2679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Workstream</a:t>
            </a:r>
            <a:endParaRPr/>
          </a:p>
        </p:txBody>
      </p:sp>
      <p:cxnSp>
        <p:nvCxnSpPr>
          <p:cNvPr id="652" name="Google Shape;652;p20"/>
          <p:cNvCxnSpPr/>
          <p:nvPr/>
        </p:nvCxnSpPr>
        <p:spPr>
          <a:xfrm>
            <a:off x="364181" y="1732070"/>
            <a:ext cx="1746834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3" name="Google Shape;653;p20"/>
          <p:cNvSpPr txBox="1"/>
          <p:nvPr/>
        </p:nvSpPr>
        <p:spPr>
          <a:xfrm>
            <a:off x="2258498" y="1398252"/>
            <a:ext cx="2679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Planned activities</a:t>
            </a:r>
            <a:endParaRPr/>
          </a:p>
        </p:txBody>
      </p:sp>
      <p:cxnSp>
        <p:nvCxnSpPr>
          <p:cNvPr id="654" name="Google Shape;654;p20"/>
          <p:cNvCxnSpPr/>
          <p:nvPr/>
        </p:nvCxnSpPr>
        <p:spPr>
          <a:xfrm>
            <a:off x="2248665" y="1740699"/>
            <a:ext cx="9555984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5" name="Google Shape;655;p20"/>
          <p:cNvSpPr/>
          <p:nvPr/>
        </p:nvSpPr>
        <p:spPr>
          <a:xfrm>
            <a:off x="6019965" y="1896534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6019965" y="2802462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6019965" y="3708390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8" name="Google Shape;658;p20"/>
          <p:cNvSpPr/>
          <p:nvPr/>
        </p:nvSpPr>
        <p:spPr>
          <a:xfrm>
            <a:off x="6019965" y="4616117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6019965" y="5525643"/>
            <a:ext cx="3613982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</p:txBody>
      </p:sp>
      <p:sp>
        <p:nvSpPr>
          <p:cNvPr id="660" name="Google Shape;660;p20"/>
          <p:cNvSpPr/>
          <p:nvPr/>
        </p:nvSpPr>
        <p:spPr>
          <a:xfrm>
            <a:off x="10010995" y="1896534"/>
            <a:ext cx="2008285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10010995" y="2802462"/>
            <a:ext cx="2008285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10010995" y="3708390"/>
            <a:ext cx="2008285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10010995" y="4616117"/>
            <a:ext cx="2008285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10010995" y="5525643"/>
            <a:ext cx="2008285" cy="79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</a:t>
            </a:r>
            <a:endParaRPr/>
          </a:p>
        </p:txBody>
      </p:sp>
      <p:sp>
        <p:nvSpPr>
          <p:cNvPr id="665" name="Google Shape;665;p20"/>
          <p:cNvSpPr txBox="1"/>
          <p:nvPr/>
        </p:nvSpPr>
        <p:spPr>
          <a:xfrm>
            <a:off x="6094411" y="1398252"/>
            <a:ext cx="2679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End products</a:t>
            </a:r>
            <a:endParaRPr/>
          </a:p>
        </p:txBody>
      </p:sp>
      <p:sp>
        <p:nvSpPr>
          <p:cNvPr id="666" name="Google Shape;666;p20"/>
          <p:cNvSpPr txBox="1"/>
          <p:nvPr/>
        </p:nvSpPr>
        <p:spPr>
          <a:xfrm>
            <a:off x="10097451" y="1398252"/>
            <a:ext cx="1921829" cy="34244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Responsibility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1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Stakeholders</a:t>
            </a:r>
            <a:endParaRPr/>
          </a:p>
        </p:txBody>
      </p:sp>
      <p:sp>
        <p:nvSpPr>
          <p:cNvPr id="672" name="Google Shape;672;p21"/>
          <p:cNvSpPr txBox="1"/>
          <p:nvPr/>
        </p:nvSpPr>
        <p:spPr>
          <a:xfrm>
            <a:off x="371476" y="1783905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[Stakeholder 1]</a:t>
            </a:r>
            <a:endParaRPr/>
          </a:p>
        </p:txBody>
      </p:sp>
      <p:sp>
        <p:nvSpPr>
          <p:cNvPr id="673" name="Google Shape;673;p21"/>
          <p:cNvSpPr txBox="1"/>
          <p:nvPr/>
        </p:nvSpPr>
        <p:spPr>
          <a:xfrm>
            <a:off x="371476" y="1152525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Stakeholder</a:t>
            </a:r>
            <a:endParaRPr/>
          </a:p>
        </p:txBody>
      </p:sp>
      <p:sp>
        <p:nvSpPr>
          <p:cNvPr id="674" name="Google Shape;674;p21"/>
          <p:cNvSpPr txBox="1"/>
          <p:nvPr/>
        </p:nvSpPr>
        <p:spPr>
          <a:xfrm>
            <a:off x="6178178" y="1152525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Actions of stakeholder</a:t>
            </a:r>
            <a:endParaRPr/>
          </a:p>
        </p:txBody>
      </p:sp>
      <p:sp>
        <p:nvSpPr>
          <p:cNvPr id="675" name="Google Shape;675;p21"/>
          <p:cNvSpPr txBox="1"/>
          <p:nvPr/>
        </p:nvSpPr>
        <p:spPr>
          <a:xfrm>
            <a:off x="3267598" y="1152525"/>
            <a:ext cx="2746225" cy="53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Impact on stakeholder</a:t>
            </a:r>
            <a:endParaRPr/>
          </a:p>
        </p:txBody>
      </p:sp>
      <p:sp>
        <p:nvSpPr>
          <p:cNvPr id="676" name="Google Shape;676;p21"/>
          <p:cNvSpPr txBox="1"/>
          <p:nvPr/>
        </p:nvSpPr>
        <p:spPr>
          <a:xfrm>
            <a:off x="9074300" y="1152525"/>
            <a:ext cx="2746225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Engaging stakeholder</a:t>
            </a:r>
            <a:endParaRPr/>
          </a:p>
        </p:txBody>
      </p:sp>
      <p:sp>
        <p:nvSpPr>
          <p:cNvPr id="677" name="Google Shape;677;p21"/>
          <p:cNvSpPr txBox="1"/>
          <p:nvPr/>
        </p:nvSpPr>
        <p:spPr>
          <a:xfrm>
            <a:off x="3267597" y="1783905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78" name="Google Shape;678;p21"/>
          <p:cNvSpPr txBox="1"/>
          <p:nvPr/>
        </p:nvSpPr>
        <p:spPr>
          <a:xfrm>
            <a:off x="6178178" y="1783905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79" name="Google Shape;679;p21"/>
          <p:cNvSpPr txBox="1"/>
          <p:nvPr/>
        </p:nvSpPr>
        <p:spPr>
          <a:xfrm>
            <a:off x="9058424" y="1783905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80" name="Google Shape;680;p21"/>
          <p:cNvSpPr txBox="1"/>
          <p:nvPr/>
        </p:nvSpPr>
        <p:spPr>
          <a:xfrm>
            <a:off x="371476" y="2832046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[Stakeholder 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1" name="Google Shape;681;p21"/>
          <p:cNvSpPr txBox="1"/>
          <p:nvPr/>
        </p:nvSpPr>
        <p:spPr>
          <a:xfrm>
            <a:off x="3267597" y="2832046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82" name="Google Shape;682;p21"/>
          <p:cNvSpPr txBox="1"/>
          <p:nvPr/>
        </p:nvSpPr>
        <p:spPr>
          <a:xfrm>
            <a:off x="6178178" y="2832046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83" name="Google Shape;683;p21"/>
          <p:cNvSpPr txBox="1"/>
          <p:nvPr/>
        </p:nvSpPr>
        <p:spPr>
          <a:xfrm>
            <a:off x="9058424" y="2832046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84" name="Google Shape;684;p21"/>
          <p:cNvSpPr txBox="1"/>
          <p:nvPr/>
        </p:nvSpPr>
        <p:spPr>
          <a:xfrm>
            <a:off x="371476" y="382407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[Stakeholder 3]</a:t>
            </a:r>
            <a:endParaRPr/>
          </a:p>
        </p:txBody>
      </p:sp>
      <p:sp>
        <p:nvSpPr>
          <p:cNvPr id="685" name="Google Shape;685;p21"/>
          <p:cNvSpPr txBox="1"/>
          <p:nvPr/>
        </p:nvSpPr>
        <p:spPr>
          <a:xfrm>
            <a:off x="3267597" y="382407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86" name="Google Shape;686;p21"/>
          <p:cNvSpPr txBox="1"/>
          <p:nvPr/>
        </p:nvSpPr>
        <p:spPr>
          <a:xfrm>
            <a:off x="6178178" y="382407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87" name="Google Shape;687;p21"/>
          <p:cNvSpPr txBox="1"/>
          <p:nvPr/>
        </p:nvSpPr>
        <p:spPr>
          <a:xfrm>
            <a:off x="9058424" y="382407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88" name="Google Shape;688;p21"/>
          <p:cNvSpPr txBox="1"/>
          <p:nvPr/>
        </p:nvSpPr>
        <p:spPr>
          <a:xfrm>
            <a:off x="371476" y="487886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[Stakeholder 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9" name="Google Shape;689;p21"/>
          <p:cNvSpPr txBox="1"/>
          <p:nvPr/>
        </p:nvSpPr>
        <p:spPr>
          <a:xfrm>
            <a:off x="3267597" y="487886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90" name="Google Shape;690;p21"/>
          <p:cNvSpPr txBox="1"/>
          <p:nvPr/>
        </p:nvSpPr>
        <p:spPr>
          <a:xfrm>
            <a:off x="6178178" y="487886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691" name="Google Shape;691;p21"/>
          <p:cNvSpPr txBox="1"/>
          <p:nvPr/>
        </p:nvSpPr>
        <p:spPr>
          <a:xfrm>
            <a:off x="9058424" y="4878869"/>
            <a:ext cx="2746225" cy="8373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2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97" name="Google Shape;697;p22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Team Organization</a:t>
            </a:r>
            <a:endParaRPr/>
          </a:p>
        </p:txBody>
      </p:sp>
      <p:sp>
        <p:nvSpPr>
          <p:cNvPr id="698" name="Google Shape;698;p22"/>
          <p:cNvSpPr/>
          <p:nvPr/>
        </p:nvSpPr>
        <p:spPr>
          <a:xfrm>
            <a:off x="8709561" y="1721405"/>
            <a:ext cx="3116429" cy="4587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180000" spcFirstLastPara="1" rIns="180000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9277775" y="1535815"/>
            <a:ext cx="1980000" cy="3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Steering Committee</a:t>
            </a:r>
            <a:endParaRPr/>
          </a:p>
        </p:txBody>
      </p:sp>
      <p:grpSp>
        <p:nvGrpSpPr>
          <p:cNvPr id="700" name="Google Shape;700;p22"/>
          <p:cNvGrpSpPr/>
          <p:nvPr/>
        </p:nvGrpSpPr>
        <p:grpSpPr>
          <a:xfrm>
            <a:off x="384174" y="3242911"/>
            <a:ext cx="8172000" cy="3060000"/>
            <a:chOff x="380999" y="1721406"/>
            <a:chExt cx="8172000" cy="3060000"/>
          </a:xfrm>
        </p:grpSpPr>
        <p:sp>
          <p:nvSpPr>
            <p:cNvPr id="701" name="Google Shape;701;p22"/>
            <p:cNvSpPr/>
            <p:nvPr/>
          </p:nvSpPr>
          <p:spPr>
            <a:xfrm>
              <a:off x="380999" y="1721406"/>
              <a:ext cx="8172000" cy="3060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1368132" y="2100625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1368132" y="2419249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04" name="Google Shape;704;p22"/>
            <p:cNvCxnSpPr/>
            <p:nvPr/>
          </p:nvCxnSpPr>
          <p:spPr>
            <a:xfrm>
              <a:off x="1368132" y="2387253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5" name="Google Shape;705;p22"/>
            <p:cNvSpPr/>
            <p:nvPr/>
          </p:nvSpPr>
          <p:spPr>
            <a:xfrm>
              <a:off x="6618463" y="2100625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6618463" y="2419249"/>
              <a:ext cx="1538803" cy="129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</p:txBody>
        </p:sp>
        <p:cxnSp>
          <p:nvCxnSpPr>
            <p:cNvPr id="707" name="Google Shape;707;p22"/>
            <p:cNvCxnSpPr/>
            <p:nvPr/>
          </p:nvCxnSpPr>
          <p:spPr>
            <a:xfrm>
              <a:off x="6618463" y="2387253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8" name="Google Shape;708;p22"/>
            <p:cNvSpPr/>
            <p:nvPr/>
          </p:nvSpPr>
          <p:spPr>
            <a:xfrm>
              <a:off x="3993297" y="2100625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3993297" y="2419249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10" name="Google Shape;710;p22"/>
            <p:cNvCxnSpPr/>
            <p:nvPr/>
          </p:nvCxnSpPr>
          <p:spPr>
            <a:xfrm>
              <a:off x="3993297" y="2387253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1" name="Google Shape;711;p22"/>
            <p:cNvSpPr/>
            <p:nvPr/>
          </p:nvSpPr>
          <p:spPr>
            <a:xfrm>
              <a:off x="1368132" y="3047552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1368132" y="3366176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13" name="Google Shape;713;p22"/>
            <p:cNvCxnSpPr/>
            <p:nvPr/>
          </p:nvCxnSpPr>
          <p:spPr>
            <a:xfrm>
              <a:off x="1368132" y="3334180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4" name="Google Shape;714;p22"/>
            <p:cNvSpPr/>
            <p:nvPr/>
          </p:nvSpPr>
          <p:spPr>
            <a:xfrm>
              <a:off x="6618463" y="3047552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6618463" y="3366176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16" name="Google Shape;716;p22"/>
            <p:cNvCxnSpPr/>
            <p:nvPr/>
          </p:nvCxnSpPr>
          <p:spPr>
            <a:xfrm>
              <a:off x="6618463" y="3334180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7" name="Google Shape;717;p22"/>
            <p:cNvSpPr/>
            <p:nvPr/>
          </p:nvSpPr>
          <p:spPr>
            <a:xfrm>
              <a:off x="3993297" y="3047552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3993297" y="3366176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19" name="Google Shape;719;p22"/>
            <p:cNvCxnSpPr/>
            <p:nvPr/>
          </p:nvCxnSpPr>
          <p:spPr>
            <a:xfrm>
              <a:off x="3993297" y="3334180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0" name="Google Shape;720;p22"/>
            <p:cNvSpPr/>
            <p:nvPr/>
          </p:nvSpPr>
          <p:spPr>
            <a:xfrm>
              <a:off x="1368132" y="3994479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1368132" y="4313103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22" name="Google Shape;722;p22"/>
            <p:cNvCxnSpPr/>
            <p:nvPr/>
          </p:nvCxnSpPr>
          <p:spPr>
            <a:xfrm>
              <a:off x="1368132" y="4281107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3" name="Google Shape;723;p22"/>
            <p:cNvSpPr/>
            <p:nvPr/>
          </p:nvSpPr>
          <p:spPr>
            <a:xfrm>
              <a:off x="6618463" y="3994479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6618463" y="4313103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25" name="Google Shape;725;p22"/>
            <p:cNvCxnSpPr/>
            <p:nvPr/>
          </p:nvCxnSpPr>
          <p:spPr>
            <a:xfrm>
              <a:off x="6618463" y="4281107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6" name="Google Shape;726;p22"/>
            <p:cNvSpPr/>
            <p:nvPr/>
          </p:nvSpPr>
          <p:spPr>
            <a:xfrm>
              <a:off x="3993298" y="3994479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3993298" y="4313103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28" name="Google Shape;728;p22"/>
            <p:cNvCxnSpPr/>
            <p:nvPr/>
          </p:nvCxnSpPr>
          <p:spPr>
            <a:xfrm>
              <a:off x="3993298" y="4281107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29" name="Google Shape;729;p22"/>
          <p:cNvSpPr/>
          <p:nvPr/>
        </p:nvSpPr>
        <p:spPr>
          <a:xfrm>
            <a:off x="9890593" y="2100625"/>
            <a:ext cx="1548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730" name="Google Shape;730;p22"/>
          <p:cNvSpPr/>
          <p:nvPr/>
        </p:nvSpPr>
        <p:spPr>
          <a:xfrm>
            <a:off x="9890593" y="2419249"/>
            <a:ext cx="1538803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Title/Role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Verdana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31" name="Google Shape;731;p22"/>
          <p:cNvCxnSpPr/>
          <p:nvPr/>
        </p:nvCxnSpPr>
        <p:spPr>
          <a:xfrm>
            <a:off x="9890593" y="2387253"/>
            <a:ext cx="82316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2" name="Google Shape;732;p22"/>
          <p:cNvSpPr/>
          <p:nvPr/>
        </p:nvSpPr>
        <p:spPr>
          <a:xfrm>
            <a:off x="9890593" y="3233098"/>
            <a:ext cx="1548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733" name="Google Shape;733;p22"/>
          <p:cNvSpPr/>
          <p:nvPr/>
        </p:nvSpPr>
        <p:spPr>
          <a:xfrm>
            <a:off x="9890593" y="3551722"/>
            <a:ext cx="1538803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Title/Role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Verdana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34" name="Google Shape;734;p22"/>
          <p:cNvCxnSpPr/>
          <p:nvPr/>
        </p:nvCxnSpPr>
        <p:spPr>
          <a:xfrm>
            <a:off x="9890593" y="3519726"/>
            <a:ext cx="82316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5" name="Google Shape;735;p22"/>
          <p:cNvSpPr/>
          <p:nvPr/>
        </p:nvSpPr>
        <p:spPr>
          <a:xfrm>
            <a:off x="9890593" y="4365571"/>
            <a:ext cx="1548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736" name="Google Shape;736;p22"/>
          <p:cNvSpPr/>
          <p:nvPr/>
        </p:nvSpPr>
        <p:spPr>
          <a:xfrm>
            <a:off x="9890593" y="4684195"/>
            <a:ext cx="1538803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Title/Role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Verdana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37" name="Google Shape;737;p22"/>
          <p:cNvCxnSpPr/>
          <p:nvPr/>
        </p:nvCxnSpPr>
        <p:spPr>
          <a:xfrm>
            <a:off x="9890593" y="4652199"/>
            <a:ext cx="82316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8" name="Google Shape;738;p22"/>
          <p:cNvSpPr/>
          <p:nvPr/>
        </p:nvSpPr>
        <p:spPr>
          <a:xfrm>
            <a:off x="9890593" y="5498043"/>
            <a:ext cx="15480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739" name="Google Shape;739;p22"/>
          <p:cNvSpPr/>
          <p:nvPr/>
        </p:nvSpPr>
        <p:spPr>
          <a:xfrm>
            <a:off x="9890593" y="5816667"/>
            <a:ext cx="1538803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Title/Role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Verdana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40" name="Google Shape;740;p22"/>
          <p:cNvCxnSpPr/>
          <p:nvPr/>
        </p:nvCxnSpPr>
        <p:spPr>
          <a:xfrm>
            <a:off x="9890593" y="5784671"/>
            <a:ext cx="82316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1" name="Google Shape;741;p22"/>
          <p:cNvGrpSpPr/>
          <p:nvPr/>
        </p:nvGrpSpPr>
        <p:grpSpPr>
          <a:xfrm>
            <a:off x="384174" y="1715815"/>
            <a:ext cx="8172000" cy="1165206"/>
            <a:chOff x="380999" y="5143518"/>
            <a:chExt cx="8172000" cy="1165206"/>
          </a:xfrm>
        </p:grpSpPr>
        <p:sp>
          <p:nvSpPr>
            <p:cNvPr id="742" name="Google Shape;742;p22"/>
            <p:cNvSpPr/>
            <p:nvPr/>
          </p:nvSpPr>
          <p:spPr>
            <a:xfrm>
              <a:off x="380999" y="5143518"/>
              <a:ext cx="8172000" cy="116520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180000" spcFirstLastPara="1" rIns="180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5305881" y="5482463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5305881" y="5801087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45" name="Google Shape;745;p22"/>
            <p:cNvCxnSpPr/>
            <p:nvPr/>
          </p:nvCxnSpPr>
          <p:spPr>
            <a:xfrm>
              <a:off x="5305881" y="5769091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6" name="Google Shape;746;p22"/>
            <p:cNvSpPr/>
            <p:nvPr/>
          </p:nvSpPr>
          <p:spPr>
            <a:xfrm>
              <a:off x="2680715" y="5482463"/>
              <a:ext cx="15480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</a:t>
              </a:r>
              <a:endParaRPr/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2680715" y="5801087"/>
              <a:ext cx="1538803" cy="25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Title/Role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Verdana"/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748" name="Google Shape;748;p22"/>
            <p:cNvCxnSpPr/>
            <p:nvPr/>
          </p:nvCxnSpPr>
          <p:spPr>
            <a:xfrm>
              <a:off x="2680715" y="5769091"/>
              <a:ext cx="823164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49" name="Google Shape;749;p22"/>
          <p:cNvSpPr/>
          <p:nvPr/>
        </p:nvSpPr>
        <p:spPr>
          <a:xfrm>
            <a:off x="3418054" y="3019869"/>
            <a:ext cx="1980000" cy="3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Team Members</a:t>
            </a:r>
            <a:endParaRPr b="1" sz="12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3418054" y="1541015"/>
            <a:ext cx="1980000" cy="3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Team Leads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</a:t>
            </a: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Roles &amp; Responsibilities</a:t>
            </a:r>
            <a:endParaRPr/>
          </a:p>
        </p:txBody>
      </p:sp>
      <p:graphicFrame>
        <p:nvGraphicFramePr>
          <p:cNvPr id="756" name="Google Shape;756;p23"/>
          <p:cNvGraphicFramePr/>
          <p:nvPr/>
        </p:nvGraphicFramePr>
        <p:xfrm>
          <a:off x="384174" y="10683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3999150"/>
                <a:gridCol w="1589325"/>
                <a:gridCol w="1371600"/>
                <a:gridCol w="1436925"/>
                <a:gridCol w="1502225"/>
                <a:gridCol w="1461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Project Tasks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Project Lead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Role 2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Role 3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Role 4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Role 5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Phase 1: Research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Econometric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Strategic Framework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Risk Factors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Phase 2: Structure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Product Specs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Design Wireframe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User Experience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Evaluation Framework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Development Backlog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Delivery Roadmap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E8EB"/>
                    </a:solidFill>
                  </a:tcPr>
                </a:tc>
              </a:tr>
            </a:tbl>
          </a:graphicData>
        </a:graphic>
      </p:graphicFrame>
      <p:sp>
        <p:nvSpPr>
          <p:cNvPr id="757" name="Google Shape;757;p23"/>
          <p:cNvSpPr txBox="1"/>
          <p:nvPr/>
        </p:nvSpPr>
        <p:spPr>
          <a:xfrm>
            <a:off x="384174" y="5827486"/>
            <a:ext cx="3962855" cy="2467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-Responsible, </a:t>
            </a:r>
            <a:r>
              <a:rPr b="1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-Accountable</a:t>
            </a:r>
            <a:r>
              <a:rPr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Consulted</a:t>
            </a:r>
            <a:r>
              <a:rPr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-US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</a:t>
            </a:r>
            <a:r>
              <a:rPr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Informed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4"/>
          <p:cNvSpPr txBox="1"/>
          <p:nvPr>
            <p:ph idx="1" type="body"/>
          </p:nvPr>
        </p:nvSpPr>
        <p:spPr>
          <a:xfrm>
            <a:off x="385762" y="802298"/>
            <a:ext cx="108521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63" name="Google Shape;763;p24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Workstream Key Decisions: Open </a:t>
            </a:r>
            <a:br>
              <a:rPr lang="en-US"/>
            </a:br>
            <a:endParaRPr/>
          </a:p>
        </p:txBody>
      </p:sp>
      <p:graphicFrame>
        <p:nvGraphicFramePr>
          <p:cNvPr id="764" name="Google Shape;764;p24"/>
          <p:cNvGraphicFramePr/>
          <p:nvPr/>
        </p:nvGraphicFramePr>
        <p:xfrm>
          <a:off x="384173" y="15208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{7EA94CE7-4096-4757-AED3-9D44282B2E6F}</a:tableStyleId>
              </a:tblPr>
              <a:tblGrid>
                <a:gridCol w="4606300"/>
                <a:gridCol w="1423025"/>
                <a:gridCol w="2703525"/>
                <a:gridCol w="2703525"/>
              </a:tblGrid>
              <a:tr h="1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Project Decisions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Date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From Whom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Status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65" name="Google Shape;765;p24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David Wargo</a:t>
            </a:r>
            <a:endParaRPr b="0" i="0" sz="1050" u="none" cap="none" strike="noStrike">
              <a:solidFill>
                <a:srgbClr val="88888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5"/>
          <p:cNvSpPr txBox="1"/>
          <p:nvPr>
            <p:ph idx="1" type="body"/>
          </p:nvPr>
        </p:nvSpPr>
        <p:spPr>
          <a:xfrm>
            <a:off x="385762" y="802298"/>
            <a:ext cx="10919201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71" name="Google Shape;771;p2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Workstream Key Decisions: Closed </a:t>
            </a:r>
            <a:br>
              <a:rPr lang="en-US"/>
            </a:br>
            <a:endParaRPr/>
          </a:p>
        </p:txBody>
      </p:sp>
      <p:graphicFrame>
        <p:nvGraphicFramePr>
          <p:cNvPr id="772" name="Google Shape;772;p25"/>
          <p:cNvGraphicFramePr/>
          <p:nvPr/>
        </p:nvGraphicFramePr>
        <p:xfrm>
          <a:off x="384173" y="15208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{7EA94CE7-4096-4757-AED3-9D44282B2E6F}</a:tableStyleId>
              </a:tblPr>
              <a:tblGrid>
                <a:gridCol w="4606300"/>
                <a:gridCol w="1423025"/>
                <a:gridCol w="2703525"/>
                <a:gridCol w="2703525"/>
              </a:tblGrid>
              <a:tr h="156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Project Decisions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Date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By Whom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Status</a:t>
                      </a:r>
                      <a:endParaRPr/>
                    </a:p>
                  </a:txBody>
                  <a:tcPr marT="36000" marB="36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73" name="Google Shape;773;p25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David Wargo</a:t>
            </a:r>
            <a:endParaRPr b="0" i="0" sz="1050" u="none" cap="none" strike="noStrike">
              <a:solidFill>
                <a:srgbClr val="88888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6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Governance</a:t>
            </a:r>
            <a:endParaRPr/>
          </a:p>
        </p:txBody>
      </p:sp>
      <p:sp>
        <p:nvSpPr>
          <p:cNvPr id="779" name="Google Shape;779;p26"/>
          <p:cNvSpPr txBox="1"/>
          <p:nvPr/>
        </p:nvSpPr>
        <p:spPr>
          <a:xfrm>
            <a:off x="387351" y="1783905"/>
            <a:ext cx="2746225" cy="53994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Frequency of interaction</a:t>
            </a:r>
            <a:endParaRPr/>
          </a:p>
        </p:txBody>
      </p:sp>
      <p:sp>
        <p:nvSpPr>
          <p:cNvPr id="780" name="Google Shape;780;p26"/>
          <p:cNvSpPr txBox="1"/>
          <p:nvPr/>
        </p:nvSpPr>
        <p:spPr>
          <a:xfrm>
            <a:off x="7194178" y="1152524"/>
            <a:ext cx="3640736" cy="539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Steering Committee</a:t>
            </a:r>
            <a:endParaRPr/>
          </a:p>
        </p:txBody>
      </p:sp>
      <p:sp>
        <p:nvSpPr>
          <p:cNvPr id="781" name="Google Shape;781;p26"/>
          <p:cNvSpPr txBox="1"/>
          <p:nvPr/>
        </p:nvSpPr>
        <p:spPr>
          <a:xfrm>
            <a:off x="3267598" y="1152525"/>
            <a:ext cx="3583145" cy="53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Project Leader</a:t>
            </a:r>
            <a:endParaRPr/>
          </a:p>
        </p:txBody>
      </p:sp>
      <p:sp>
        <p:nvSpPr>
          <p:cNvPr id="782" name="Google Shape;782;p26"/>
          <p:cNvSpPr txBox="1"/>
          <p:nvPr/>
        </p:nvSpPr>
        <p:spPr>
          <a:xfrm>
            <a:off x="3267597" y="1783905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783" name="Google Shape;783;p26"/>
          <p:cNvSpPr txBox="1"/>
          <p:nvPr/>
        </p:nvSpPr>
        <p:spPr>
          <a:xfrm>
            <a:off x="387351" y="2832046"/>
            <a:ext cx="2746225" cy="53994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Decision-making authority</a:t>
            </a:r>
            <a:endParaRPr/>
          </a:p>
        </p:txBody>
      </p:sp>
      <p:sp>
        <p:nvSpPr>
          <p:cNvPr id="784" name="Google Shape;784;p26"/>
          <p:cNvSpPr txBox="1"/>
          <p:nvPr/>
        </p:nvSpPr>
        <p:spPr>
          <a:xfrm>
            <a:off x="384174" y="3880187"/>
            <a:ext cx="2746225" cy="53994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Reporting</a:t>
            </a:r>
            <a:endParaRPr/>
          </a:p>
        </p:txBody>
      </p:sp>
      <p:sp>
        <p:nvSpPr>
          <p:cNvPr id="785" name="Google Shape;785;p26"/>
          <p:cNvSpPr txBox="1"/>
          <p:nvPr/>
        </p:nvSpPr>
        <p:spPr>
          <a:xfrm>
            <a:off x="384173" y="4928328"/>
            <a:ext cx="2746225" cy="53994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Additional Item</a:t>
            </a:r>
            <a:endParaRPr/>
          </a:p>
        </p:txBody>
      </p:sp>
      <p:sp>
        <p:nvSpPr>
          <p:cNvPr id="786" name="Google Shape;786;p26"/>
          <p:cNvSpPr txBox="1"/>
          <p:nvPr/>
        </p:nvSpPr>
        <p:spPr>
          <a:xfrm>
            <a:off x="3267597" y="2832046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787" name="Google Shape;787;p26"/>
          <p:cNvSpPr txBox="1"/>
          <p:nvPr/>
        </p:nvSpPr>
        <p:spPr>
          <a:xfrm>
            <a:off x="3267597" y="3880187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788" name="Google Shape;788;p26"/>
          <p:cNvSpPr txBox="1"/>
          <p:nvPr/>
        </p:nvSpPr>
        <p:spPr>
          <a:xfrm>
            <a:off x="3267597" y="4928328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789" name="Google Shape;789;p26"/>
          <p:cNvSpPr txBox="1"/>
          <p:nvPr/>
        </p:nvSpPr>
        <p:spPr>
          <a:xfrm>
            <a:off x="7194178" y="1783904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790" name="Google Shape;790;p26"/>
          <p:cNvSpPr txBox="1"/>
          <p:nvPr/>
        </p:nvSpPr>
        <p:spPr>
          <a:xfrm>
            <a:off x="7194177" y="2832045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791" name="Google Shape;791;p26"/>
          <p:cNvSpPr txBox="1"/>
          <p:nvPr/>
        </p:nvSpPr>
        <p:spPr>
          <a:xfrm>
            <a:off x="7194177" y="3880187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  <p:sp>
        <p:nvSpPr>
          <p:cNvPr id="792" name="Google Shape;792;p26"/>
          <p:cNvSpPr txBox="1"/>
          <p:nvPr/>
        </p:nvSpPr>
        <p:spPr>
          <a:xfrm>
            <a:off x="7194176" y="4928327"/>
            <a:ext cx="3583145" cy="89348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xxx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7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</a:t>
            </a: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Communication Plan</a:t>
            </a:r>
            <a:endParaRPr/>
          </a:p>
        </p:txBody>
      </p:sp>
      <p:graphicFrame>
        <p:nvGraphicFramePr>
          <p:cNvPr id="798" name="Google Shape;798;p27"/>
          <p:cNvGraphicFramePr/>
          <p:nvPr/>
        </p:nvGraphicFramePr>
        <p:xfrm>
          <a:off x="384174" y="10683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2206250"/>
                <a:gridCol w="2206250"/>
                <a:gridCol w="2206250"/>
                <a:gridCol w="2206250"/>
                <a:gridCol w="2206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Communication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Format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Frequency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Distribution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Responsibility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Team Briefing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Intranet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Daily at 8:00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Team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Team Lead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Weekly Bulletin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Intranet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Friday at 5:00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/>
                        <a:t>Team/Stakeholders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lang="en-US" sz="1200"/>
                        <a:t>Team Lead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Incident Report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Email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Immediately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Tech/IT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Team Member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Milestone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Email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Weekly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Team &amp; Sponsor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Team lead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Budget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Spreadsheet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Bi-weekly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Weekly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Team Lead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8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Risk Management</a:t>
            </a:r>
            <a:endParaRPr/>
          </a:p>
        </p:txBody>
      </p:sp>
      <p:sp>
        <p:nvSpPr>
          <p:cNvPr id="804" name="Google Shape;804;p28"/>
          <p:cNvSpPr txBox="1"/>
          <p:nvPr/>
        </p:nvSpPr>
        <p:spPr>
          <a:xfrm>
            <a:off x="3397118" y="1608765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05" name="Google Shape;805;p28"/>
          <p:cNvSpPr txBox="1"/>
          <p:nvPr/>
        </p:nvSpPr>
        <p:spPr>
          <a:xfrm>
            <a:off x="384173" y="1608766"/>
            <a:ext cx="2746225" cy="92397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Vendor Management</a:t>
            </a:r>
            <a:endParaRPr/>
          </a:p>
        </p:txBody>
      </p:sp>
      <p:sp>
        <p:nvSpPr>
          <p:cNvPr id="806" name="Google Shape;806;p28"/>
          <p:cNvSpPr txBox="1"/>
          <p:nvPr/>
        </p:nvSpPr>
        <p:spPr>
          <a:xfrm>
            <a:off x="3397115" y="967799"/>
            <a:ext cx="2546486" cy="539942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Category</a:t>
            </a:r>
            <a:endParaRPr/>
          </a:p>
        </p:txBody>
      </p:sp>
      <p:sp>
        <p:nvSpPr>
          <p:cNvPr id="807" name="Google Shape;807;p28"/>
          <p:cNvSpPr txBox="1"/>
          <p:nvPr/>
        </p:nvSpPr>
        <p:spPr>
          <a:xfrm>
            <a:off x="6248401" y="967799"/>
            <a:ext cx="2546486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Identified Risk</a:t>
            </a:r>
            <a:endParaRPr/>
          </a:p>
        </p:txBody>
      </p:sp>
      <p:sp>
        <p:nvSpPr>
          <p:cNvPr id="808" name="Google Shape;808;p28"/>
          <p:cNvSpPr txBox="1"/>
          <p:nvPr/>
        </p:nvSpPr>
        <p:spPr>
          <a:xfrm>
            <a:off x="9099687" y="967799"/>
            <a:ext cx="2546486" cy="5399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Mitigation Plan</a:t>
            </a:r>
            <a:endParaRPr/>
          </a:p>
        </p:txBody>
      </p:sp>
      <p:sp>
        <p:nvSpPr>
          <p:cNvPr id="809" name="Google Shape;809;p28"/>
          <p:cNvSpPr txBox="1"/>
          <p:nvPr/>
        </p:nvSpPr>
        <p:spPr>
          <a:xfrm>
            <a:off x="384172" y="2677878"/>
            <a:ext cx="2746225" cy="92397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Data Architecture</a:t>
            </a:r>
            <a:endParaRPr/>
          </a:p>
        </p:txBody>
      </p:sp>
      <p:sp>
        <p:nvSpPr>
          <p:cNvPr id="810" name="Google Shape;810;p28"/>
          <p:cNvSpPr txBox="1"/>
          <p:nvPr/>
        </p:nvSpPr>
        <p:spPr>
          <a:xfrm>
            <a:off x="384171" y="3746990"/>
            <a:ext cx="2746225" cy="92397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Technology</a:t>
            </a:r>
            <a:endParaRPr b="1" i="0" sz="14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11" name="Google Shape;811;p28"/>
          <p:cNvSpPr txBox="1"/>
          <p:nvPr/>
        </p:nvSpPr>
        <p:spPr>
          <a:xfrm>
            <a:off x="384171" y="4816102"/>
            <a:ext cx="2746225" cy="923977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Other</a:t>
            </a:r>
            <a:endParaRPr/>
          </a:p>
        </p:txBody>
      </p:sp>
      <p:sp>
        <p:nvSpPr>
          <p:cNvPr id="812" name="Google Shape;812;p28"/>
          <p:cNvSpPr txBox="1"/>
          <p:nvPr/>
        </p:nvSpPr>
        <p:spPr>
          <a:xfrm>
            <a:off x="3397115" y="2677878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13" name="Google Shape;813;p28"/>
          <p:cNvSpPr txBox="1"/>
          <p:nvPr/>
        </p:nvSpPr>
        <p:spPr>
          <a:xfrm>
            <a:off x="3397114" y="3746989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14" name="Google Shape;814;p28"/>
          <p:cNvSpPr txBox="1"/>
          <p:nvPr/>
        </p:nvSpPr>
        <p:spPr>
          <a:xfrm>
            <a:off x="3397114" y="4816102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15" name="Google Shape;815;p28"/>
          <p:cNvSpPr txBox="1"/>
          <p:nvPr/>
        </p:nvSpPr>
        <p:spPr>
          <a:xfrm>
            <a:off x="6248404" y="1608765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16" name="Google Shape;816;p28"/>
          <p:cNvSpPr txBox="1"/>
          <p:nvPr/>
        </p:nvSpPr>
        <p:spPr>
          <a:xfrm>
            <a:off x="6248404" y="2677877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17" name="Google Shape;817;p28"/>
          <p:cNvSpPr txBox="1"/>
          <p:nvPr/>
        </p:nvSpPr>
        <p:spPr>
          <a:xfrm>
            <a:off x="6248404" y="3746988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18" name="Google Shape;818;p28"/>
          <p:cNvSpPr txBox="1"/>
          <p:nvPr/>
        </p:nvSpPr>
        <p:spPr>
          <a:xfrm>
            <a:off x="6248404" y="4810421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19" name="Google Shape;819;p28"/>
          <p:cNvSpPr txBox="1"/>
          <p:nvPr/>
        </p:nvSpPr>
        <p:spPr>
          <a:xfrm>
            <a:off x="9099690" y="1608765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20" name="Google Shape;820;p28"/>
          <p:cNvSpPr txBox="1"/>
          <p:nvPr/>
        </p:nvSpPr>
        <p:spPr>
          <a:xfrm>
            <a:off x="9099690" y="2677876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21" name="Google Shape;821;p28"/>
          <p:cNvSpPr txBox="1"/>
          <p:nvPr/>
        </p:nvSpPr>
        <p:spPr>
          <a:xfrm>
            <a:off x="9099690" y="3746987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22" name="Google Shape;822;p28"/>
          <p:cNvSpPr txBox="1"/>
          <p:nvPr/>
        </p:nvSpPr>
        <p:spPr>
          <a:xfrm>
            <a:off x="9099687" y="4810421"/>
            <a:ext cx="2546483" cy="9239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9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Subtitle</a:t>
            </a:r>
            <a:endParaRPr/>
          </a:p>
        </p:txBody>
      </p:sp>
      <p:sp>
        <p:nvSpPr>
          <p:cNvPr id="828" name="Google Shape;828;p29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Performance Metrics</a:t>
            </a:r>
            <a:endParaRPr/>
          </a:p>
        </p:txBody>
      </p:sp>
      <p:sp>
        <p:nvSpPr>
          <p:cNvPr id="829" name="Google Shape;829;p29"/>
          <p:cNvSpPr txBox="1"/>
          <p:nvPr/>
        </p:nvSpPr>
        <p:spPr>
          <a:xfrm>
            <a:off x="508757" y="2586552"/>
            <a:ext cx="171058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0" name="Google Shape;830;p29"/>
          <p:cNvSpPr txBox="1"/>
          <p:nvPr/>
        </p:nvSpPr>
        <p:spPr>
          <a:xfrm>
            <a:off x="1263721" y="662683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1" name="Google Shape;831;p29"/>
          <p:cNvSpPr txBox="1"/>
          <p:nvPr/>
        </p:nvSpPr>
        <p:spPr>
          <a:xfrm>
            <a:off x="2470896" y="2586552"/>
            <a:ext cx="1710589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32" name="Google Shape;832;p29"/>
          <p:cNvSpPr txBox="1"/>
          <p:nvPr/>
        </p:nvSpPr>
        <p:spPr>
          <a:xfrm>
            <a:off x="4497698" y="2586552"/>
            <a:ext cx="1710589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Info</a:t>
            </a:r>
            <a:endParaRPr/>
          </a:p>
        </p:txBody>
      </p:sp>
      <p:sp>
        <p:nvSpPr>
          <p:cNvPr id="833" name="Google Shape;833;p29"/>
          <p:cNvSpPr txBox="1"/>
          <p:nvPr/>
        </p:nvSpPr>
        <p:spPr>
          <a:xfrm>
            <a:off x="6518349" y="2586552"/>
            <a:ext cx="1710589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34" name="Google Shape;834;p29"/>
          <p:cNvSpPr txBox="1"/>
          <p:nvPr/>
        </p:nvSpPr>
        <p:spPr>
          <a:xfrm>
            <a:off x="8539000" y="2586552"/>
            <a:ext cx="1710589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5" name="Google Shape;835;p29"/>
          <p:cNvSpPr txBox="1"/>
          <p:nvPr/>
        </p:nvSpPr>
        <p:spPr>
          <a:xfrm>
            <a:off x="450245" y="1571963"/>
            <a:ext cx="1769101" cy="694980"/>
          </a:xfrm>
          <a:prstGeom prst="rect">
            <a:avLst/>
          </a:prstGeom>
          <a:solidFill>
            <a:srgbClr val="0B103D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Measure</a:t>
            </a:r>
            <a:endParaRPr/>
          </a:p>
        </p:txBody>
      </p:sp>
      <p:sp>
        <p:nvSpPr>
          <p:cNvPr id="836" name="Google Shape;836;p29"/>
          <p:cNvSpPr txBox="1"/>
          <p:nvPr/>
        </p:nvSpPr>
        <p:spPr>
          <a:xfrm>
            <a:off x="2412384" y="1571963"/>
            <a:ext cx="1769101" cy="69498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Frequency</a:t>
            </a:r>
            <a:endParaRPr/>
          </a:p>
        </p:txBody>
      </p:sp>
      <p:sp>
        <p:nvSpPr>
          <p:cNvPr id="837" name="Google Shape;837;p29"/>
          <p:cNvSpPr txBox="1"/>
          <p:nvPr/>
        </p:nvSpPr>
        <p:spPr>
          <a:xfrm>
            <a:off x="4374523" y="1566223"/>
            <a:ext cx="1769101" cy="694980"/>
          </a:xfrm>
          <a:prstGeom prst="rect">
            <a:avLst/>
          </a:prstGeom>
          <a:solidFill>
            <a:srgbClr val="3476B0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/>
          </a:p>
        </p:txBody>
      </p:sp>
      <p:sp>
        <p:nvSpPr>
          <p:cNvPr id="838" name="Google Shape;838;p29"/>
          <p:cNvSpPr txBox="1"/>
          <p:nvPr/>
        </p:nvSpPr>
        <p:spPr>
          <a:xfrm>
            <a:off x="6336662" y="1566223"/>
            <a:ext cx="1769101" cy="694980"/>
          </a:xfrm>
          <a:prstGeom prst="rect">
            <a:avLst/>
          </a:prstGeom>
          <a:solidFill>
            <a:srgbClr val="009D91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How</a:t>
            </a:r>
            <a:endParaRPr/>
          </a:p>
        </p:txBody>
      </p:sp>
      <p:sp>
        <p:nvSpPr>
          <p:cNvPr id="839" name="Google Shape;839;p29"/>
          <p:cNvSpPr txBox="1"/>
          <p:nvPr/>
        </p:nvSpPr>
        <p:spPr>
          <a:xfrm>
            <a:off x="8298801" y="1566223"/>
            <a:ext cx="1769101" cy="69498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Responsibility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0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Next Steps</a:t>
            </a:r>
            <a:endParaRPr/>
          </a:p>
        </p:txBody>
      </p:sp>
      <p:sp>
        <p:nvSpPr>
          <p:cNvPr id="846" name="Google Shape;846;p30"/>
          <p:cNvSpPr/>
          <p:nvPr/>
        </p:nvSpPr>
        <p:spPr>
          <a:xfrm>
            <a:off x="457200" y="1385159"/>
            <a:ext cx="3475608" cy="113255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1A49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rPr>
              <a:t>1. Step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7" name="Google Shape;847;p30"/>
          <p:cNvSpPr/>
          <p:nvPr/>
        </p:nvSpPr>
        <p:spPr>
          <a:xfrm>
            <a:off x="457200" y="2641673"/>
            <a:ext cx="3475608" cy="113255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1A49"/>
              </a:buClr>
              <a:buSzPts val="1400"/>
              <a:buFont typeface="Verdana"/>
              <a:buNone/>
            </a:pPr>
            <a:r>
              <a:rPr b="1" lang="en-US" sz="1400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1" i="0" lang="en-US" sz="14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rPr>
              <a:t>. Step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8" name="Google Shape;848;p30"/>
          <p:cNvSpPr/>
          <p:nvPr/>
        </p:nvSpPr>
        <p:spPr>
          <a:xfrm>
            <a:off x="457200" y="3898187"/>
            <a:ext cx="3475608" cy="113255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1A49"/>
              </a:buClr>
              <a:buSzPts val="1400"/>
              <a:buFont typeface="Verdana"/>
              <a:buNone/>
            </a:pPr>
            <a:r>
              <a:rPr b="1" lang="en-US" sz="1400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1" i="0" lang="en-US" sz="14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rPr>
              <a:t>. Step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9" name="Google Shape;849;p30"/>
          <p:cNvSpPr/>
          <p:nvPr/>
        </p:nvSpPr>
        <p:spPr>
          <a:xfrm>
            <a:off x="457200" y="5154701"/>
            <a:ext cx="3475608" cy="113255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1A49"/>
              </a:buClr>
              <a:buSzPts val="1400"/>
              <a:buFont typeface="Verdana"/>
              <a:buNone/>
            </a:pPr>
            <a:r>
              <a:rPr b="1" lang="en-US" sz="1400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1" i="0" lang="en-US" sz="1400" u="none" cap="none" strike="noStrike">
                <a:solidFill>
                  <a:srgbClr val="0A1A49"/>
                </a:solidFill>
                <a:latin typeface="Verdana"/>
                <a:ea typeface="Verdana"/>
                <a:cs typeface="Verdana"/>
                <a:sym typeface="Verdana"/>
              </a:rPr>
              <a:t>. Step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0" name="Google Shape;850;p30"/>
          <p:cNvSpPr txBox="1"/>
          <p:nvPr/>
        </p:nvSpPr>
        <p:spPr>
          <a:xfrm>
            <a:off x="457199" y="841652"/>
            <a:ext cx="3475609" cy="539942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Action item</a:t>
            </a:r>
            <a:endParaRPr/>
          </a:p>
        </p:txBody>
      </p:sp>
      <p:sp>
        <p:nvSpPr>
          <p:cNvPr id="851" name="Google Shape;851;p30"/>
          <p:cNvSpPr txBox="1"/>
          <p:nvPr/>
        </p:nvSpPr>
        <p:spPr>
          <a:xfrm>
            <a:off x="7613217" y="841652"/>
            <a:ext cx="2057616" cy="539942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Assigned to</a:t>
            </a:r>
            <a:endParaRPr/>
          </a:p>
        </p:txBody>
      </p:sp>
      <p:sp>
        <p:nvSpPr>
          <p:cNvPr id="852" name="Google Shape;852;p30"/>
          <p:cNvSpPr txBox="1"/>
          <p:nvPr/>
        </p:nvSpPr>
        <p:spPr>
          <a:xfrm>
            <a:off x="9773233" y="841652"/>
            <a:ext cx="2057616" cy="539942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Follow-up date</a:t>
            </a:r>
            <a:endParaRPr/>
          </a:p>
        </p:txBody>
      </p:sp>
      <p:sp>
        <p:nvSpPr>
          <p:cNvPr id="853" name="Google Shape;853;p30"/>
          <p:cNvSpPr txBox="1"/>
          <p:nvPr/>
        </p:nvSpPr>
        <p:spPr>
          <a:xfrm>
            <a:off x="4035208" y="843990"/>
            <a:ext cx="3475609" cy="539942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Description</a:t>
            </a:r>
            <a:endParaRPr/>
          </a:p>
        </p:txBody>
      </p:sp>
      <p:sp>
        <p:nvSpPr>
          <p:cNvPr id="854" name="Google Shape;854;p30"/>
          <p:cNvSpPr txBox="1"/>
          <p:nvPr/>
        </p:nvSpPr>
        <p:spPr>
          <a:xfrm>
            <a:off x="9410330" y="3036163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5" name="Google Shape;855;p30"/>
          <p:cNvSpPr txBox="1"/>
          <p:nvPr/>
        </p:nvSpPr>
        <p:spPr>
          <a:xfrm>
            <a:off x="4035208" y="1394123"/>
            <a:ext cx="3475609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56" name="Google Shape;856;p30"/>
          <p:cNvSpPr txBox="1"/>
          <p:nvPr/>
        </p:nvSpPr>
        <p:spPr>
          <a:xfrm>
            <a:off x="4035208" y="2650637"/>
            <a:ext cx="3475609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57" name="Google Shape;857;p30"/>
          <p:cNvSpPr txBox="1"/>
          <p:nvPr/>
        </p:nvSpPr>
        <p:spPr>
          <a:xfrm>
            <a:off x="4035208" y="3907151"/>
            <a:ext cx="3475609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58" name="Google Shape;858;p30"/>
          <p:cNvSpPr txBox="1"/>
          <p:nvPr/>
        </p:nvSpPr>
        <p:spPr>
          <a:xfrm>
            <a:off x="4035207" y="5163665"/>
            <a:ext cx="3475609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Text</a:t>
            </a:r>
            <a:endParaRPr/>
          </a:p>
        </p:txBody>
      </p:sp>
      <p:sp>
        <p:nvSpPr>
          <p:cNvPr id="859" name="Google Shape;859;p30"/>
          <p:cNvSpPr txBox="1"/>
          <p:nvPr/>
        </p:nvSpPr>
        <p:spPr>
          <a:xfrm>
            <a:off x="7613218" y="1379036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860" name="Google Shape;860;p30"/>
          <p:cNvSpPr txBox="1"/>
          <p:nvPr/>
        </p:nvSpPr>
        <p:spPr>
          <a:xfrm>
            <a:off x="7613217" y="2650637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861" name="Google Shape;861;p30"/>
          <p:cNvSpPr txBox="1"/>
          <p:nvPr/>
        </p:nvSpPr>
        <p:spPr>
          <a:xfrm>
            <a:off x="7613217" y="3912971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862" name="Google Shape;862;p30"/>
          <p:cNvSpPr txBox="1"/>
          <p:nvPr/>
        </p:nvSpPr>
        <p:spPr>
          <a:xfrm>
            <a:off x="7613217" y="5175305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endParaRPr/>
          </a:p>
        </p:txBody>
      </p:sp>
      <p:sp>
        <p:nvSpPr>
          <p:cNvPr id="863" name="Google Shape;863;p30"/>
          <p:cNvSpPr txBox="1"/>
          <p:nvPr/>
        </p:nvSpPr>
        <p:spPr>
          <a:xfrm>
            <a:off x="9773233" y="1388368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Date</a:t>
            </a:r>
            <a:endParaRPr/>
          </a:p>
        </p:txBody>
      </p:sp>
      <p:sp>
        <p:nvSpPr>
          <p:cNvPr id="864" name="Google Shape;864;p30"/>
          <p:cNvSpPr txBox="1"/>
          <p:nvPr/>
        </p:nvSpPr>
        <p:spPr>
          <a:xfrm>
            <a:off x="9773233" y="2655556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Date</a:t>
            </a:r>
            <a:endParaRPr/>
          </a:p>
        </p:txBody>
      </p:sp>
      <p:sp>
        <p:nvSpPr>
          <p:cNvPr id="865" name="Google Shape;865;p30"/>
          <p:cNvSpPr txBox="1"/>
          <p:nvPr/>
        </p:nvSpPr>
        <p:spPr>
          <a:xfrm>
            <a:off x="9773233" y="3902668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Date</a:t>
            </a:r>
            <a:endParaRPr/>
          </a:p>
        </p:txBody>
      </p:sp>
      <p:sp>
        <p:nvSpPr>
          <p:cNvPr id="866" name="Google Shape;866;p30"/>
          <p:cNvSpPr txBox="1"/>
          <p:nvPr/>
        </p:nvSpPr>
        <p:spPr>
          <a:xfrm>
            <a:off x="9773233" y="5171141"/>
            <a:ext cx="2057616" cy="1123591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1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Project Lead: [Project leader name]</a:t>
            </a:r>
            <a:endParaRPr/>
          </a:p>
        </p:txBody>
      </p:sp>
      <p:sp>
        <p:nvSpPr>
          <p:cNvPr id="872" name="Google Shape;872;p31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Status Update [Date]: [Project Name]</a:t>
            </a:r>
            <a:endParaRPr/>
          </a:p>
        </p:txBody>
      </p:sp>
      <p:graphicFrame>
        <p:nvGraphicFramePr>
          <p:cNvPr descr="Program Status Dashboard - Dashboard details table" id="873" name="Google Shape;873;p31"/>
          <p:cNvGraphicFramePr/>
          <p:nvPr/>
        </p:nvGraphicFramePr>
        <p:xfrm>
          <a:off x="384174" y="1382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{7EA94CE7-4096-4757-AED3-9D44282B2E6F}</a:tableStyleId>
              </a:tblPr>
              <a:tblGrid>
                <a:gridCol w="2116425"/>
                <a:gridCol w="4525825"/>
                <a:gridCol w="4776625"/>
              </a:tblGrid>
              <a:tr h="24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Status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Comment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Progress Since Last Report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-18415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Time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-72000" lvl="0" marL="72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Xxx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Workstream Objectives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Client Value Delivered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Budget</a:t>
                      </a:r>
                      <a:endParaRPr/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874" name="Google Shape;874;p31"/>
          <p:cNvSpPr txBox="1"/>
          <p:nvPr/>
        </p:nvSpPr>
        <p:spPr>
          <a:xfrm>
            <a:off x="794301" y="2808600"/>
            <a:ext cx="2679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Initiative Name</a:t>
            </a:r>
            <a:endParaRPr/>
          </a:p>
        </p:txBody>
      </p:sp>
      <p:cxnSp>
        <p:nvCxnSpPr>
          <p:cNvPr id="875" name="Google Shape;875;p31"/>
          <p:cNvCxnSpPr/>
          <p:nvPr/>
        </p:nvCxnSpPr>
        <p:spPr>
          <a:xfrm>
            <a:off x="794301" y="3116377"/>
            <a:ext cx="2628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6" name="Google Shape;876;p31"/>
          <p:cNvSpPr txBox="1"/>
          <p:nvPr/>
        </p:nvSpPr>
        <p:spPr>
          <a:xfrm>
            <a:off x="10920862" y="2808600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Status</a:t>
            </a:r>
            <a:endParaRPr/>
          </a:p>
        </p:txBody>
      </p:sp>
      <p:cxnSp>
        <p:nvCxnSpPr>
          <p:cNvPr id="877" name="Google Shape;877;p31"/>
          <p:cNvCxnSpPr/>
          <p:nvPr/>
        </p:nvCxnSpPr>
        <p:spPr>
          <a:xfrm>
            <a:off x="10920862" y="3116377"/>
            <a:ext cx="900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8" name="Google Shape;878;p31"/>
          <p:cNvSpPr txBox="1"/>
          <p:nvPr/>
        </p:nvSpPr>
        <p:spPr>
          <a:xfrm>
            <a:off x="3518760" y="2808600"/>
            <a:ext cx="2679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Update</a:t>
            </a:r>
            <a:endParaRPr/>
          </a:p>
        </p:txBody>
      </p:sp>
      <p:cxnSp>
        <p:nvCxnSpPr>
          <p:cNvPr id="879" name="Google Shape;879;p31"/>
          <p:cNvCxnSpPr/>
          <p:nvPr/>
        </p:nvCxnSpPr>
        <p:spPr>
          <a:xfrm>
            <a:off x="3518760" y="3116377"/>
            <a:ext cx="734751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0" name="Google Shape;880;p31"/>
          <p:cNvSpPr/>
          <p:nvPr/>
        </p:nvSpPr>
        <p:spPr>
          <a:xfrm>
            <a:off x="570270" y="3207255"/>
            <a:ext cx="102960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252000" spcFirstLastPara="1" rIns="108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1" name="Google Shape;881;p31"/>
          <p:cNvSpPr/>
          <p:nvPr/>
        </p:nvSpPr>
        <p:spPr>
          <a:xfrm>
            <a:off x="384174" y="3315255"/>
            <a:ext cx="360000" cy="360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/>
          </a:p>
        </p:txBody>
      </p:sp>
      <p:sp>
        <p:nvSpPr>
          <p:cNvPr id="882" name="Google Shape;882;p31"/>
          <p:cNvSpPr txBox="1"/>
          <p:nvPr/>
        </p:nvSpPr>
        <p:spPr>
          <a:xfrm>
            <a:off x="10920862" y="3207255"/>
            <a:ext cx="9000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0000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883" name="Google Shape;883;p31"/>
          <p:cNvGrpSpPr/>
          <p:nvPr/>
        </p:nvGrpSpPr>
        <p:grpSpPr>
          <a:xfrm>
            <a:off x="839271" y="3334002"/>
            <a:ext cx="9901759" cy="322506"/>
            <a:chOff x="839271" y="3378972"/>
            <a:chExt cx="9901759" cy="322506"/>
          </a:xfrm>
        </p:grpSpPr>
        <p:sp>
          <p:nvSpPr>
            <p:cNvPr id="884" name="Google Shape;884;p31"/>
            <p:cNvSpPr txBox="1"/>
            <p:nvPr/>
          </p:nvSpPr>
          <p:spPr>
            <a:xfrm>
              <a:off x="839271" y="3378972"/>
              <a:ext cx="2628000" cy="322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000" lIns="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050"/>
                <a:buFont typeface="Verdana"/>
                <a:buNone/>
              </a:pPr>
              <a:r>
                <a:rPr b="1" lang="en-US" sz="1050">
                  <a:solidFill>
                    <a:schemeClr val="accent2"/>
                  </a:solidFill>
                  <a:latin typeface="Verdana"/>
                  <a:ea typeface="Verdana"/>
                  <a:cs typeface="Verdana"/>
                  <a:sym typeface="Verdana"/>
                </a:rPr>
                <a:t>XXX</a:t>
              </a:r>
              <a:endParaRPr/>
            </a:p>
          </p:txBody>
        </p:sp>
        <p:sp>
          <p:nvSpPr>
            <p:cNvPr id="885" name="Google Shape;885;p31"/>
            <p:cNvSpPr txBox="1"/>
            <p:nvPr/>
          </p:nvSpPr>
          <p:spPr>
            <a:xfrm>
              <a:off x="3685030" y="3463560"/>
              <a:ext cx="7056000" cy="15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Sed ut perspiciatis unde omnis iste natus error sit volup tatem accus antium dolor</a:t>
              </a:r>
              <a:endParaRPr/>
            </a:p>
          </p:txBody>
        </p:sp>
        <p:grpSp>
          <p:nvGrpSpPr>
            <p:cNvPr id="886" name="Google Shape;886;p31"/>
            <p:cNvGrpSpPr/>
            <p:nvPr/>
          </p:nvGrpSpPr>
          <p:grpSpPr>
            <a:xfrm>
              <a:off x="3421441" y="3463560"/>
              <a:ext cx="143149" cy="153330"/>
              <a:chOff x="3657318" y="2960019"/>
              <a:chExt cx="428407" cy="506598"/>
            </a:xfrm>
          </p:grpSpPr>
          <p:grpSp>
            <p:nvGrpSpPr>
              <p:cNvPr id="887" name="Google Shape;887;p31"/>
              <p:cNvGrpSpPr/>
              <p:nvPr/>
            </p:nvGrpSpPr>
            <p:grpSpPr>
              <a:xfrm>
                <a:off x="3828604" y="2960019"/>
                <a:ext cx="257121" cy="506598"/>
                <a:chOff x="2468880" y="3319199"/>
                <a:chExt cx="257121" cy="506598"/>
              </a:xfrm>
            </p:grpSpPr>
            <p:cxnSp>
              <p:nvCxnSpPr>
                <p:cNvPr id="888" name="Google Shape;888;p31"/>
                <p:cNvCxnSpPr/>
                <p:nvPr/>
              </p:nvCxnSpPr>
              <p:spPr>
                <a:xfrm>
                  <a:off x="2468880" y="3319199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9" name="Google Shape;889;p31"/>
                <p:cNvCxnSpPr/>
                <p:nvPr/>
              </p:nvCxnSpPr>
              <p:spPr>
                <a:xfrm flipH="1">
                  <a:off x="2468880" y="3568676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90" name="Google Shape;890;p31"/>
              <p:cNvCxnSpPr/>
              <p:nvPr/>
            </p:nvCxnSpPr>
            <p:spPr>
              <a:xfrm>
                <a:off x="3657318" y="3213306"/>
                <a:ext cx="41481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91" name="Google Shape;891;p31"/>
          <p:cNvGrpSpPr/>
          <p:nvPr/>
        </p:nvGrpSpPr>
        <p:grpSpPr>
          <a:xfrm>
            <a:off x="10952467" y="3369737"/>
            <a:ext cx="836791" cy="251037"/>
            <a:chOff x="10586360" y="2757000"/>
            <a:chExt cx="1080000" cy="324000"/>
          </a:xfrm>
        </p:grpSpPr>
        <p:sp>
          <p:nvSpPr>
            <p:cNvPr id="892" name="Google Shape;892;p31"/>
            <p:cNvSpPr/>
            <p:nvPr/>
          </p:nvSpPr>
          <p:spPr>
            <a:xfrm>
              <a:off x="10586360" y="2757000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893" name="Google Shape;893;p31"/>
            <p:cNvGrpSpPr/>
            <p:nvPr/>
          </p:nvGrpSpPr>
          <p:grpSpPr>
            <a:xfrm>
              <a:off x="10677712" y="2811000"/>
              <a:ext cx="897297" cy="216000"/>
              <a:chOff x="1039085" y="3309367"/>
              <a:chExt cx="897297" cy="216000"/>
            </a:xfrm>
          </p:grpSpPr>
          <p:sp>
            <p:nvSpPr>
              <p:cNvPr id="894" name="Google Shape;894;p31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895" name="Google Shape;895;p31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896" name="Google Shape;896;p31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sp>
        <p:nvSpPr>
          <p:cNvPr id="897" name="Google Shape;897;p31"/>
          <p:cNvSpPr/>
          <p:nvPr/>
        </p:nvSpPr>
        <p:spPr>
          <a:xfrm>
            <a:off x="570270" y="3839533"/>
            <a:ext cx="102960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252000" spcFirstLastPara="1" rIns="108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8" name="Google Shape;898;p31"/>
          <p:cNvSpPr/>
          <p:nvPr/>
        </p:nvSpPr>
        <p:spPr>
          <a:xfrm>
            <a:off x="384174" y="3947533"/>
            <a:ext cx="360000" cy="360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/>
          </a:p>
        </p:txBody>
      </p:sp>
      <p:sp>
        <p:nvSpPr>
          <p:cNvPr id="899" name="Google Shape;899;p31"/>
          <p:cNvSpPr txBox="1"/>
          <p:nvPr/>
        </p:nvSpPr>
        <p:spPr>
          <a:xfrm>
            <a:off x="10920862" y="3839533"/>
            <a:ext cx="9000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0000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00" name="Google Shape;900;p31"/>
          <p:cNvGrpSpPr/>
          <p:nvPr/>
        </p:nvGrpSpPr>
        <p:grpSpPr>
          <a:xfrm>
            <a:off x="839271" y="3966280"/>
            <a:ext cx="9901759" cy="322506"/>
            <a:chOff x="839271" y="3378972"/>
            <a:chExt cx="9901759" cy="322506"/>
          </a:xfrm>
        </p:grpSpPr>
        <p:sp>
          <p:nvSpPr>
            <p:cNvPr id="901" name="Google Shape;901;p31"/>
            <p:cNvSpPr txBox="1"/>
            <p:nvPr/>
          </p:nvSpPr>
          <p:spPr>
            <a:xfrm>
              <a:off x="839271" y="3378972"/>
              <a:ext cx="2628000" cy="322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000" lIns="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050"/>
                <a:buFont typeface="Verdana"/>
                <a:buNone/>
              </a:pPr>
              <a:r>
                <a:rPr b="1" lang="en-US" sz="1050">
                  <a:solidFill>
                    <a:schemeClr val="accent2"/>
                  </a:solidFill>
                  <a:latin typeface="Verdana"/>
                  <a:ea typeface="Verdana"/>
                  <a:cs typeface="Verdana"/>
                  <a:sym typeface="Verdana"/>
                </a:rPr>
                <a:t>XXX</a:t>
              </a:r>
              <a:endParaRPr/>
            </a:p>
          </p:txBody>
        </p:sp>
        <p:sp>
          <p:nvSpPr>
            <p:cNvPr id="902" name="Google Shape;902;p31"/>
            <p:cNvSpPr txBox="1"/>
            <p:nvPr/>
          </p:nvSpPr>
          <p:spPr>
            <a:xfrm>
              <a:off x="3685030" y="3463560"/>
              <a:ext cx="7056000" cy="15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Sed ut perspiciatis unde omnis iste natus error sit volup tatem accus antium dolor</a:t>
              </a:r>
              <a:endParaRPr/>
            </a:p>
          </p:txBody>
        </p:sp>
        <p:grpSp>
          <p:nvGrpSpPr>
            <p:cNvPr id="903" name="Google Shape;903;p31"/>
            <p:cNvGrpSpPr/>
            <p:nvPr/>
          </p:nvGrpSpPr>
          <p:grpSpPr>
            <a:xfrm>
              <a:off x="3421441" y="3463560"/>
              <a:ext cx="143149" cy="153330"/>
              <a:chOff x="3657318" y="2960019"/>
              <a:chExt cx="428407" cy="506598"/>
            </a:xfrm>
          </p:grpSpPr>
          <p:grpSp>
            <p:nvGrpSpPr>
              <p:cNvPr id="904" name="Google Shape;904;p31"/>
              <p:cNvGrpSpPr/>
              <p:nvPr/>
            </p:nvGrpSpPr>
            <p:grpSpPr>
              <a:xfrm>
                <a:off x="3828604" y="2960019"/>
                <a:ext cx="257121" cy="506598"/>
                <a:chOff x="2468880" y="3319199"/>
                <a:chExt cx="257121" cy="506598"/>
              </a:xfrm>
            </p:grpSpPr>
            <p:cxnSp>
              <p:nvCxnSpPr>
                <p:cNvPr id="905" name="Google Shape;905;p31"/>
                <p:cNvCxnSpPr/>
                <p:nvPr/>
              </p:nvCxnSpPr>
              <p:spPr>
                <a:xfrm>
                  <a:off x="2468880" y="3319199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6" name="Google Shape;906;p31"/>
                <p:cNvCxnSpPr/>
                <p:nvPr/>
              </p:nvCxnSpPr>
              <p:spPr>
                <a:xfrm flipH="1">
                  <a:off x="2468880" y="3568676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07" name="Google Shape;907;p31"/>
              <p:cNvCxnSpPr/>
              <p:nvPr/>
            </p:nvCxnSpPr>
            <p:spPr>
              <a:xfrm>
                <a:off x="3657318" y="3213306"/>
                <a:ext cx="41481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908" name="Google Shape;908;p31"/>
          <p:cNvSpPr/>
          <p:nvPr/>
        </p:nvSpPr>
        <p:spPr>
          <a:xfrm>
            <a:off x="570270" y="4471811"/>
            <a:ext cx="102960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252000" spcFirstLastPara="1" rIns="108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09" name="Google Shape;909;p31"/>
          <p:cNvSpPr/>
          <p:nvPr/>
        </p:nvSpPr>
        <p:spPr>
          <a:xfrm>
            <a:off x="384174" y="4579811"/>
            <a:ext cx="360000" cy="360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/>
          </a:p>
        </p:txBody>
      </p:sp>
      <p:sp>
        <p:nvSpPr>
          <p:cNvPr id="910" name="Google Shape;910;p31"/>
          <p:cNvSpPr txBox="1"/>
          <p:nvPr/>
        </p:nvSpPr>
        <p:spPr>
          <a:xfrm>
            <a:off x="10920862" y="4471811"/>
            <a:ext cx="9000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0000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11" name="Google Shape;911;p31"/>
          <p:cNvGrpSpPr/>
          <p:nvPr/>
        </p:nvGrpSpPr>
        <p:grpSpPr>
          <a:xfrm>
            <a:off x="839271" y="4598558"/>
            <a:ext cx="9901759" cy="322506"/>
            <a:chOff x="839271" y="3378972"/>
            <a:chExt cx="9901759" cy="322506"/>
          </a:xfrm>
        </p:grpSpPr>
        <p:sp>
          <p:nvSpPr>
            <p:cNvPr id="912" name="Google Shape;912;p31"/>
            <p:cNvSpPr txBox="1"/>
            <p:nvPr/>
          </p:nvSpPr>
          <p:spPr>
            <a:xfrm>
              <a:off x="839271" y="3378972"/>
              <a:ext cx="2628000" cy="322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000" lIns="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050"/>
                <a:buFont typeface="Verdana"/>
                <a:buNone/>
              </a:pPr>
              <a:r>
                <a:rPr b="1" lang="en-US" sz="1050">
                  <a:solidFill>
                    <a:schemeClr val="accent2"/>
                  </a:solidFill>
                  <a:latin typeface="Verdana"/>
                  <a:ea typeface="Verdana"/>
                  <a:cs typeface="Verdana"/>
                  <a:sym typeface="Verdana"/>
                </a:rPr>
                <a:t>XXX</a:t>
              </a:r>
              <a:endParaRPr/>
            </a:p>
          </p:txBody>
        </p:sp>
        <p:sp>
          <p:nvSpPr>
            <p:cNvPr id="913" name="Google Shape;913;p31"/>
            <p:cNvSpPr txBox="1"/>
            <p:nvPr/>
          </p:nvSpPr>
          <p:spPr>
            <a:xfrm>
              <a:off x="3685030" y="3463560"/>
              <a:ext cx="7056000" cy="15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Sed ut perspiciatis unde omnis iste natus error sit volup tatem accus antium dolor</a:t>
              </a:r>
              <a:endParaRPr/>
            </a:p>
          </p:txBody>
        </p:sp>
        <p:grpSp>
          <p:nvGrpSpPr>
            <p:cNvPr id="914" name="Google Shape;914;p31"/>
            <p:cNvGrpSpPr/>
            <p:nvPr/>
          </p:nvGrpSpPr>
          <p:grpSpPr>
            <a:xfrm>
              <a:off x="3421441" y="3463560"/>
              <a:ext cx="143149" cy="153330"/>
              <a:chOff x="3657318" y="2960019"/>
              <a:chExt cx="428407" cy="506598"/>
            </a:xfrm>
          </p:grpSpPr>
          <p:grpSp>
            <p:nvGrpSpPr>
              <p:cNvPr id="915" name="Google Shape;915;p31"/>
              <p:cNvGrpSpPr/>
              <p:nvPr/>
            </p:nvGrpSpPr>
            <p:grpSpPr>
              <a:xfrm>
                <a:off x="3828604" y="2960019"/>
                <a:ext cx="257121" cy="506598"/>
                <a:chOff x="2468880" y="3319199"/>
                <a:chExt cx="257121" cy="506598"/>
              </a:xfrm>
            </p:grpSpPr>
            <p:cxnSp>
              <p:nvCxnSpPr>
                <p:cNvPr id="916" name="Google Shape;916;p31"/>
                <p:cNvCxnSpPr/>
                <p:nvPr/>
              </p:nvCxnSpPr>
              <p:spPr>
                <a:xfrm>
                  <a:off x="2468880" y="3319199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7" name="Google Shape;917;p31"/>
                <p:cNvCxnSpPr/>
                <p:nvPr/>
              </p:nvCxnSpPr>
              <p:spPr>
                <a:xfrm flipH="1">
                  <a:off x="2468880" y="3568676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18" name="Google Shape;918;p31"/>
              <p:cNvCxnSpPr/>
              <p:nvPr/>
            </p:nvCxnSpPr>
            <p:spPr>
              <a:xfrm>
                <a:off x="3657318" y="3213306"/>
                <a:ext cx="41481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919" name="Google Shape;919;p31"/>
          <p:cNvSpPr/>
          <p:nvPr/>
        </p:nvSpPr>
        <p:spPr>
          <a:xfrm>
            <a:off x="570270" y="5104089"/>
            <a:ext cx="102960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252000" spcFirstLastPara="1" rIns="108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0" name="Google Shape;920;p31"/>
          <p:cNvSpPr/>
          <p:nvPr/>
        </p:nvSpPr>
        <p:spPr>
          <a:xfrm>
            <a:off x="384174" y="5212089"/>
            <a:ext cx="360000" cy="360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/>
          </a:p>
        </p:txBody>
      </p:sp>
      <p:sp>
        <p:nvSpPr>
          <p:cNvPr id="921" name="Google Shape;921;p31"/>
          <p:cNvSpPr txBox="1"/>
          <p:nvPr/>
        </p:nvSpPr>
        <p:spPr>
          <a:xfrm>
            <a:off x="10920862" y="5104089"/>
            <a:ext cx="9000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0000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22" name="Google Shape;922;p31"/>
          <p:cNvGrpSpPr/>
          <p:nvPr/>
        </p:nvGrpSpPr>
        <p:grpSpPr>
          <a:xfrm>
            <a:off x="839271" y="5230836"/>
            <a:ext cx="9901759" cy="322506"/>
            <a:chOff x="839271" y="3378972"/>
            <a:chExt cx="9901759" cy="322506"/>
          </a:xfrm>
        </p:grpSpPr>
        <p:sp>
          <p:nvSpPr>
            <p:cNvPr id="923" name="Google Shape;923;p31"/>
            <p:cNvSpPr txBox="1"/>
            <p:nvPr/>
          </p:nvSpPr>
          <p:spPr>
            <a:xfrm>
              <a:off x="839271" y="3378972"/>
              <a:ext cx="2628000" cy="322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000" lIns="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050"/>
                <a:buFont typeface="Verdana"/>
                <a:buNone/>
              </a:pPr>
              <a:r>
                <a:rPr b="1" lang="en-US" sz="1050">
                  <a:solidFill>
                    <a:schemeClr val="accent2"/>
                  </a:solidFill>
                  <a:latin typeface="Verdana"/>
                  <a:ea typeface="Verdana"/>
                  <a:cs typeface="Verdana"/>
                  <a:sym typeface="Verdana"/>
                </a:rPr>
                <a:t>XXX</a:t>
              </a:r>
              <a:endParaRPr/>
            </a:p>
          </p:txBody>
        </p:sp>
        <p:sp>
          <p:nvSpPr>
            <p:cNvPr id="924" name="Google Shape;924;p31"/>
            <p:cNvSpPr txBox="1"/>
            <p:nvPr/>
          </p:nvSpPr>
          <p:spPr>
            <a:xfrm>
              <a:off x="3685030" y="3463560"/>
              <a:ext cx="7056000" cy="15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Sed ut perspiciatis unde omnis iste natus error sit volup tatem accus antium dolor</a:t>
              </a:r>
              <a:endParaRPr/>
            </a:p>
          </p:txBody>
        </p:sp>
        <p:grpSp>
          <p:nvGrpSpPr>
            <p:cNvPr id="925" name="Google Shape;925;p31"/>
            <p:cNvGrpSpPr/>
            <p:nvPr/>
          </p:nvGrpSpPr>
          <p:grpSpPr>
            <a:xfrm>
              <a:off x="3421441" y="3463560"/>
              <a:ext cx="143149" cy="153330"/>
              <a:chOff x="3657318" y="2960019"/>
              <a:chExt cx="428407" cy="506598"/>
            </a:xfrm>
          </p:grpSpPr>
          <p:grpSp>
            <p:nvGrpSpPr>
              <p:cNvPr id="926" name="Google Shape;926;p31"/>
              <p:cNvGrpSpPr/>
              <p:nvPr/>
            </p:nvGrpSpPr>
            <p:grpSpPr>
              <a:xfrm>
                <a:off x="3828604" y="2960019"/>
                <a:ext cx="257121" cy="506598"/>
                <a:chOff x="2468880" y="3319199"/>
                <a:chExt cx="257121" cy="506598"/>
              </a:xfrm>
            </p:grpSpPr>
            <p:cxnSp>
              <p:nvCxnSpPr>
                <p:cNvPr id="927" name="Google Shape;927;p31"/>
                <p:cNvCxnSpPr/>
                <p:nvPr/>
              </p:nvCxnSpPr>
              <p:spPr>
                <a:xfrm>
                  <a:off x="2468880" y="3319199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28" name="Google Shape;928;p31"/>
                <p:cNvCxnSpPr/>
                <p:nvPr/>
              </p:nvCxnSpPr>
              <p:spPr>
                <a:xfrm flipH="1">
                  <a:off x="2468880" y="3568676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29" name="Google Shape;929;p31"/>
              <p:cNvCxnSpPr/>
              <p:nvPr/>
            </p:nvCxnSpPr>
            <p:spPr>
              <a:xfrm>
                <a:off x="3657318" y="3213306"/>
                <a:ext cx="41481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930" name="Google Shape;930;p31"/>
          <p:cNvSpPr/>
          <p:nvPr/>
        </p:nvSpPr>
        <p:spPr>
          <a:xfrm>
            <a:off x="570270" y="5736367"/>
            <a:ext cx="10296000" cy="57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252000" spcFirstLastPara="1" rIns="108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1" name="Google Shape;931;p31"/>
          <p:cNvSpPr/>
          <p:nvPr/>
        </p:nvSpPr>
        <p:spPr>
          <a:xfrm>
            <a:off x="384174" y="5844367"/>
            <a:ext cx="360000" cy="360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/>
          </a:p>
        </p:txBody>
      </p:sp>
      <p:sp>
        <p:nvSpPr>
          <p:cNvPr id="932" name="Google Shape;932;p31"/>
          <p:cNvSpPr txBox="1"/>
          <p:nvPr/>
        </p:nvSpPr>
        <p:spPr>
          <a:xfrm>
            <a:off x="10920862" y="5736367"/>
            <a:ext cx="900000" cy="57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90000" spcFirstLastPara="1" rIns="8997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33" name="Google Shape;933;p31"/>
          <p:cNvGrpSpPr/>
          <p:nvPr/>
        </p:nvGrpSpPr>
        <p:grpSpPr>
          <a:xfrm>
            <a:off x="839271" y="5863114"/>
            <a:ext cx="9901759" cy="322506"/>
            <a:chOff x="839271" y="3378972"/>
            <a:chExt cx="9901759" cy="322506"/>
          </a:xfrm>
        </p:grpSpPr>
        <p:sp>
          <p:nvSpPr>
            <p:cNvPr id="934" name="Google Shape;934;p31"/>
            <p:cNvSpPr txBox="1"/>
            <p:nvPr/>
          </p:nvSpPr>
          <p:spPr>
            <a:xfrm>
              <a:off x="839271" y="3378972"/>
              <a:ext cx="2628000" cy="322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000" lIns="0" spcFirstLastPara="1" rIns="108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050"/>
                <a:buFont typeface="Verdana"/>
                <a:buNone/>
              </a:pPr>
              <a:r>
                <a:rPr b="1" lang="en-US" sz="1050">
                  <a:solidFill>
                    <a:schemeClr val="accent2"/>
                  </a:solidFill>
                  <a:latin typeface="Verdana"/>
                  <a:ea typeface="Verdana"/>
                  <a:cs typeface="Verdana"/>
                  <a:sym typeface="Verdana"/>
                </a:rPr>
                <a:t>XXX</a:t>
              </a:r>
              <a:endParaRPr/>
            </a:p>
          </p:txBody>
        </p:sp>
        <p:sp>
          <p:nvSpPr>
            <p:cNvPr id="935" name="Google Shape;935;p31"/>
            <p:cNvSpPr txBox="1"/>
            <p:nvPr/>
          </p:nvSpPr>
          <p:spPr>
            <a:xfrm>
              <a:off x="3685030" y="3463560"/>
              <a:ext cx="7056000" cy="15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Sed ut perspiciatis unde omnis iste natus error sit volup tatem accus antium dolor</a:t>
              </a:r>
              <a:endParaRPr/>
            </a:p>
          </p:txBody>
        </p:sp>
        <p:grpSp>
          <p:nvGrpSpPr>
            <p:cNvPr id="936" name="Google Shape;936;p31"/>
            <p:cNvGrpSpPr/>
            <p:nvPr/>
          </p:nvGrpSpPr>
          <p:grpSpPr>
            <a:xfrm>
              <a:off x="3421441" y="3463560"/>
              <a:ext cx="143149" cy="153330"/>
              <a:chOff x="3657318" y="2960019"/>
              <a:chExt cx="428407" cy="506598"/>
            </a:xfrm>
          </p:grpSpPr>
          <p:grpSp>
            <p:nvGrpSpPr>
              <p:cNvPr id="937" name="Google Shape;937;p31"/>
              <p:cNvGrpSpPr/>
              <p:nvPr/>
            </p:nvGrpSpPr>
            <p:grpSpPr>
              <a:xfrm>
                <a:off x="3828604" y="2960019"/>
                <a:ext cx="257121" cy="506598"/>
                <a:chOff x="2468880" y="3319199"/>
                <a:chExt cx="257121" cy="506598"/>
              </a:xfrm>
            </p:grpSpPr>
            <p:cxnSp>
              <p:nvCxnSpPr>
                <p:cNvPr id="938" name="Google Shape;938;p31"/>
                <p:cNvCxnSpPr/>
                <p:nvPr/>
              </p:nvCxnSpPr>
              <p:spPr>
                <a:xfrm>
                  <a:off x="2468880" y="3319199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9" name="Google Shape;939;p31"/>
                <p:cNvCxnSpPr/>
                <p:nvPr/>
              </p:nvCxnSpPr>
              <p:spPr>
                <a:xfrm flipH="1">
                  <a:off x="2468880" y="3568676"/>
                  <a:ext cx="257121" cy="2571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40" name="Google Shape;940;p31"/>
              <p:cNvCxnSpPr/>
              <p:nvPr/>
            </p:nvCxnSpPr>
            <p:spPr>
              <a:xfrm>
                <a:off x="3657318" y="3213306"/>
                <a:ext cx="41481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41" name="Google Shape;941;p31"/>
          <p:cNvGrpSpPr/>
          <p:nvPr/>
        </p:nvGrpSpPr>
        <p:grpSpPr>
          <a:xfrm>
            <a:off x="10952467" y="4002015"/>
            <a:ext cx="840000" cy="252000"/>
            <a:chOff x="10586360" y="3307674"/>
            <a:chExt cx="1080000" cy="324000"/>
          </a:xfrm>
        </p:grpSpPr>
        <p:sp>
          <p:nvSpPr>
            <p:cNvPr id="942" name="Google Shape;942;p31"/>
            <p:cNvSpPr/>
            <p:nvPr/>
          </p:nvSpPr>
          <p:spPr>
            <a:xfrm>
              <a:off x="10586360" y="3307674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943" name="Google Shape;943;p31"/>
            <p:cNvGrpSpPr/>
            <p:nvPr/>
          </p:nvGrpSpPr>
          <p:grpSpPr>
            <a:xfrm>
              <a:off x="10677712" y="3361674"/>
              <a:ext cx="897297" cy="216000"/>
              <a:chOff x="1039085" y="3309367"/>
              <a:chExt cx="897297" cy="216000"/>
            </a:xfrm>
          </p:grpSpPr>
          <p:sp>
            <p:nvSpPr>
              <p:cNvPr id="944" name="Google Shape;944;p31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45" name="Google Shape;945;p31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46" name="Google Shape;946;p31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947" name="Google Shape;947;p31"/>
          <p:cNvGrpSpPr/>
          <p:nvPr/>
        </p:nvGrpSpPr>
        <p:grpSpPr>
          <a:xfrm>
            <a:off x="10952467" y="4634293"/>
            <a:ext cx="840000" cy="252000"/>
            <a:chOff x="10586360" y="3858348"/>
            <a:chExt cx="1080000" cy="324000"/>
          </a:xfrm>
        </p:grpSpPr>
        <p:sp>
          <p:nvSpPr>
            <p:cNvPr id="948" name="Google Shape;948;p31"/>
            <p:cNvSpPr/>
            <p:nvPr/>
          </p:nvSpPr>
          <p:spPr>
            <a:xfrm>
              <a:off x="10586360" y="3858348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949" name="Google Shape;949;p31"/>
            <p:cNvGrpSpPr/>
            <p:nvPr/>
          </p:nvGrpSpPr>
          <p:grpSpPr>
            <a:xfrm>
              <a:off x="10677712" y="3912348"/>
              <a:ext cx="897297" cy="216000"/>
              <a:chOff x="1039085" y="3309367"/>
              <a:chExt cx="897297" cy="216000"/>
            </a:xfrm>
          </p:grpSpPr>
          <p:sp>
            <p:nvSpPr>
              <p:cNvPr id="950" name="Google Shape;950;p31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51" name="Google Shape;951;p31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52" name="Google Shape;952;p31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953" name="Google Shape;953;p31"/>
          <p:cNvGrpSpPr/>
          <p:nvPr/>
        </p:nvGrpSpPr>
        <p:grpSpPr>
          <a:xfrm>
            <a:off x="10952467" y="5266571"/>
            <a:ext cx="840000" cy="252000"/>
            <a:chOff x="10586360" y="4409022"/>
            <a:chExt cx="1080000" cy="324000"/>
          </a:xfrm>
        </p:grpSpPr>
        <p:sp>
          <p:nvSpPr>
            <p:cNvPr id="954" name="Google Shape;954;p31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955" name="Google Shape;955;p31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956" name="Google Shape;956;p31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57" name="Google Shape;957;p31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58" name="Google Shape;958;p31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959" name="Google Shape;959;p31"/>
          <p:cNvGrpSpPr/>
          <p:nvPr/>
        </p:nvGrpSpPr>
        <p:grpSpPr>
          <a:xfrm>
            <a:off x="10952467" y="5897886"/>
            <a:ext cx="840000" cy="252000"/>
            <a:chOff x="10586360" y="4409022"/>
            <a:chExt cx="1080000" cy="324000"/>
          </a:xfrm>
        </p:grpSpPr>
        <p:sp>
          <p:nvSpPr>
            <p:cNvPr id="960" name="Google Shape;960;p31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961" name="Google Shape;961;p31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962" name="Google Shape;962;p31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63" name="Google Shape;963;p31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964" name="Google Shape;964;p31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sp>
        <p:nvSpPr>
          <p:cNvPr id="965" name="Google Shape;965;p31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</a:t>
            </a:r>
            <a:r>
              <a:rPr b="1" lang="en-US" sz="1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1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2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Project Lead: [Project leader name]</a:t>
            </a:r>
            <a:endParaRPr/>
          </a:p>
        </p:txBody>
      </p:sp>
      <p:sp>
        <p:nvSpPr>
          <p:cNvPr id="971" name="Google Shape;971;p32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Status Update [Date]: [Project Name]</a:t>
            </a:r>
            <a:endParaRPr/>
          </a:p>
        </p:txBody>
      </p:sp>
      <p:sp>
        <p:nvSpPr>
          <p:cNvPr id="972" name="Google Shape;972;p32"/>
          <p:cNvSpPr txBox="1"/>
          <p:nvPr/>
        </p:nvSpPr>
        <p:spPr>
          <a:xfrm>
            <a:off x="564174" y="1332672"/>
            <a:ext cx="2679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Initiative</a:t>
            </a:r>
            <a:endParaRPr/>
          </a:p>
        </p:txBody>
      </p:sp>
      <p:cxnSp>
        <p:nvCxnSpPr>
          <p:cNvPr id="973" name="Google Shape;973;p32"/>
          <p:cNvCxnSpPr/>
          <p:nvPr/>
        </p:nvCxnSpPr>
        <p:spPr>
          <a:xfrm>
            <a:off x="564174" y="1667396"/>
            <a:ext cx="2628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4" name="Google Shape;974;p32"/>
          <p:cNvSpPr txBox="1"/>
          <p:nvPr/>
        </p:nvSpPr>
        <p:spPr>
          <a:xfrm>
            <a:off x="10952467" y="1335637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Status</a:t>
            </a:r>
            <a:endParaRPr/>
          </a:p>
        </p:txBody>
      </p:sp>
      <p:cxnSp>
        <p:nvCxnSpPr>
          <p:cNvPr id="975" name="Google Shape;975;p32"/>
          <p:cNvCxnSpPr/>
          <p:nvPr/>
        </p:nvCxnSpPr>
        <p:spPr>
          <a:xfrm>
            <a:off x="10904649" y="1659708"/>
            <a:ext cx="900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6" name="Google Shape;976;p32"/>
          <p:cNvSpPr txBox="1"/>
          <p:nvPr/>
        </p:nvSpPr>
        <p:spPr>
          <a:xfrm>
            <a:off x="3560047" y="1332671"/>
            <a:ext cx="2679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Update</a:t>
            </a:r>
            <a:endParaRPr/>
          </a:p>
        </p:txBody>
      </p:sp>
      <p:cxnSp>
        <p:nvCxnSpPr>
          <p:cNvPr id="977" name="Google Shape;977;p32"/>
          <p:cNvCxnSpPr/>
          <p:nvPr/>
        </p:nvCxnSpPr>
        <p:spPr>
          <a:xfrm flipH="1" rot="10800000">
            <a:off x="3560047" y="1659393"/>
            <a:ext cx="7180983" cy="9193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78" name="Google Shape;978;p32"/>
          <p:cNvGrpSpPr/>
          <p:nvPr/>
        </p:nvGrpSpPr>
        <p:grpSpPr>
          <a:xfrm>
            <a:off x="564174" y="4562382"/>
            <a:ext cx="11250592" cy="576000"/>
            <a:chOff x="570270" y="3207255"/>
            <a:chExt cx="11250592" cy="576000"/>
          </a:xfrm>
        </p:grpSpPr>
        <p:sp>
          <p:nvSpPr>
            <p:cNvPr id="979" name="Google Shape;979;p32"/>
            <p:cNvSpPr/>
            <p:nvPr/>
          </p:nvSpPr>
          <p:spPr>
            <a:xfrm>
              <a:off x="570270" y="3207255"/>
              <a:ext cx="10296000" cy="57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6000" lIns="252000" spcFirstLastPara="1" rIns="108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80" name="Google Shape;980;p32"/>
            <p:cNvSpPr txBox="1"/>
            <p:nvPr/>
          </p:nvSpPr>
          <p:spPr>
            <a:xfrm>
              <a:off x="10920862" y="3207255"/>
              <a:ext cx="900000" cy="57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6000" lIns="90000" spcFirstLastPara="1" rIns="8997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981" name="Google Shape;981;p32"/>
            <p:cNvGrpSpPr/>
            <p:nvPr/>
          </p:nvGrpSpPr>
          <p:grpSpPr>
            <a:xfrm>
              <a:off x="839271" y="3334002"/>
              <a:ext cx="10949987" cy="322506"/>
              <a:chOff x="839271" y="3334002"/>
              <a:chExt cx="10949987" cy="322506"/>
            </a:xfrm>
          </p:grpSpPr>
          <p:grpSp>
            <p:nvGrpSpPr>
              <p:cNvPr id="982" name="Google Shape;982;p32"/>
              <p:cNvGrpSpPr/>
              <p:nvPr/>
            </p:nvGrpSpPr>
            <p:grpSpPr>
              <a:xfrm>
                <a:off x="839271" y="3334002"/>
                <a:ext cx="9901759" cy="322506"/>
                <a:chOff x="839271" y="3378972"/>
                <a:chExt cx="9901759" cy="322506"/>
              </a:xfrm>
            </p:grpSpPr>
            <p:sp>
              <p:nvSpPr>
                <p:cNvPr id="983" name="Google Shape;983;p32"/>
                <p:cNvSpPr txBox="1"/>
                <p:nvPr/>
              </p:nvSpPr>
              <p:spPr>
                <a:xfrm>
                  <a:off x="839271" y="3378972"/>
                  <a:ext cx="2628000" cy="3225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72000" lIns="0" spcFirstLastPara="1" rIns="108000" wrap="square" tIns="10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050"/>
                    <a:buFont typeface="Verdana"/>
                    <a:buNone/>
                  </a:pPr>
                  <a:r>
                    <a:rPr b="1" lang="en-US" sz="1050">
                      <a:solidFill>
                        <a:schemeClr val="accent2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5. XXX</a:t>
                  </a:r>
                  <a:endParaRPr/>
                </a:p>
              </p:txBody>
            </p:sp>
            <p:sp>
              <p:nvSpPr>
                <p:cNvPr id="984" name="Google Shape;984;p32"/>
                <p:cNvSpPr txBox="1"/>
                <p:nvPr/>
              </p:nvSpPr>
              <p:spPr>
                <a:xfrm>
                  <a:off x="3685030" y="3463560"/>
                  <a:ext cx="7056000" cy="15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5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Sed ut perspiciatis unde omnis iste natus error sit volup tatem accus antium dolor</a:t>
                  </a:r>
                  <a:endParaRPr/>
                </a:p>
              </p:txBody>
            </p:sp>
            <p:grpSp>
              <p:nvGrpSpPr>
                <p:cNvPr id="985" name="Google Shape;985;p32"/>
                <p:cNvGrpSpPr/>
                <p:nvPr/>
              </p:nvGrpSpPr>
              <p:grpSpPr>
                <a:xfrm>
                  <a:off x="3421441" y="3463560"/>
                  <a:ext cx="143149" cy="153330"/>
                  <a:chOff x="3657318" y="2960019"/>
                  <a:chExt cx="428407" cy="506598"/>
                </a:xfrm>
              </p:grpSpPr>
              <p:grpSp>
                <p:nvGrpSpPr>
                  <p:cNvPr id="986" name="Google Shape;986;p32"/>
                  <p:cNvGrpSpPr/>
                  <p:nvPr/>
                </p:nvGrpSpPr>
                <p:grpSpPr>
                  <a:xfrm>
                    <a:off x="3828604" y="2960019"/>
                    <a:ext cx="257121" cy="506598"/>
                    <a:chOff x="2468880" y="3319199"/>
                    <a:chExt cx="257121" cy="506598"/>
                  </a:xfrm>
                </p:grpSpPr>
                <p:cxnSp>
                  <p:nvCxnSpPr>
                    <p:cNvPr id="987" name="Google Shape;987;p32"/>
                    <p:cNvCxnSpPr/>
                    <p:nvPr/>
                  </p:nvCxnSpPr>
                  <p:spPr>
                    <a:xfrm>
                      <a:off x="2468880" y="3319199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988" name="Google Shape;988;p32"/>
                    <p:cNvCxnSpPr/>
                    <p:nvPr/>
                  </p:nvCxnSpPr>
                  <p:spPr>
                    <a:xfrm flipH="1">
                      <a:off x="2468880" y="3568676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cxnSp>
                <p:nvCxnSpPr>
                  <p:cNvPr id="989" name="Google Shape;989;p32"/>
                  <p:cNvCxnSpPr/>
                  <p:nvPr/>
                </p:nvCxnSpPr>
                <p:spPr>
                  <a:xfrm>
                    <a:off x="3657318" y="3213306"/>
                    <a:ext cx="41481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990" name="Google Shape;990;p32"/>
              <p:cNvGrpSpPr/>
              <p:nvPr/>
            </p:nvGrpSpPr>
            <p:grpSpPr>
              <a:xfrm>
                <a:off x="10952467" y="3369737"/>
                <a:ext cx="836791" cy="251037"/>
                <a:chOff x="10586360" y="2757000"/>
                <a:chExt cx="1080000" cy="324000"/>
              </a:xfrm>
            </p:grpSpPr>
            <p:sp>
              <p:nvSpPr>
                <p:cNvPr id="991" name="Google Shape;991;p32"/>
                <p:cNvSpPr/>
                <p:nvPr/>
              </p:nvSpPr>
              <p:spPr>
                <a:xfrm>
                  <a:off x="10586360" y="2757000"/>
                  <a:ext cx="1080000" cy="324000"/>
                </a:xfrm>
                <a:prstGeom prst="roundRect">
                  <a:avLst>
                    <a:gd fmla="val 18988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grpSp>
              <p:nvGrpSpPr>
                <p:cNvPr id="992" name="Google Shape;992;p32"/>
                <p:cNvGrpSpPr/>
                <p:nvPr/>
              </p:nvGrpSpPr>
              <p:grpSpPr>
                <a:xfrm>
                  <a:off x="10677712" y="2811000"/>
                  <a:ext cx="897297" cy="216000"/>
                  <a:chOff x="1039085" y="3309367"/>
                  <a:chExt cx="897297" cy="216000"/>
                </a:xfrm>
              </p:grpSpPr>
              <p:sp>
                <p:nvSpPr>
                  <p:cNvPr id="993" name="Google Shape;993;p32"/>
                  <p:cNvSpPr/>
                  <p:nvPr/>
                </p:nvSpPr>
                <p:spPr>
                  <a:xfrm>
                    <a:off x="1039085" y="3309367"/>
                    <a:ext cx="216000" cy="21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994" name="Google Shape;994;p32"/>
                  <p:cNvSpPr/>
                  <p:nvPr/>
                </p:nvSpPr>
                <p:spPr>
                  <a:xfrm>
                    <a:off x="1379734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995" name="Google Shape;995;p32"/>
                  <p:cNvSpPr/>
                  <p:nvPr/>
                </p:nvSpPr>
                <p:spPr>
                  <a:xfrm>
                    <a:off x="1720382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</p:grpSp>
          </p:grpSp>
        </p:grpSp>
      </p:grpSp>
      <p:sp>
        <p:nvSpPr>
          <p:cNvPr id="996" name="Google Shape;996;p32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2</a:t>
            </a:r>
            <a:endParaRPr/>
          </a:p>
        </p:txBody>
      </p:sp>
      <p:grpSp>
        <p:nvGrpSpPr>
          <p:cNvPr id="997" name="Google Shape;997;p32"/>
          <p:cNvGrpSpPr/>
          <p:nvPr/>
        </p:nvGrpSpPr>
        <p:grpSpPr>
          <a:xfrm>
            <a:off x="554057" y="2561985"/>
            <a:ext cx="11250592" cy="576000"/>
            <a:chOff x="570270" y="3207255"/>
            <a:chExt cx="11250592" cy="576000"/>
          </a:xfrm>
        </p:grpSpPr>
        <p:sp>
          <p:nvSpPr>
            <p:cNvPr id="998" name="Google Shape;998;p32"/>
            <p:cNvSpPr/>
            <p:nvPr/>
          </p:nvSpPr>
          <p:spPr>
            <a:xfrm>
              <a:off x="570270" y="3207255"/>
              <a:ext cx="10296000" cy="57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6000" lIns="252000" spcFirstLastPara="1" rIns="108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99" name="Google Shape;999;p32"/>
            <p:cNvSpPr txBox="1"/>
            <p:nvPr/>
          </p:nvSpPr>
          <p:spPr>
            <a:xfrm>
              <a:off x="10920862" y="3207255"/>
              <a:ext cx="900000" cy="57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6000" lIns="90000" spcFirstLastPara="1" rIns="8997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000" name="Google Shape;1000;p32"/>
            <p:cNvGrpSpPr/>
            <p:nvPr/>
          </p:nvGrpSpPr>
          <p:grpSpPr>
            <a:xfrm>
              <a:off x="839271" y="3334002"/>
              <a:ext cx="10949987" cy="322506"/>
              <a:chOff x="839271" y="3334002"/>
              <a:chExt cx="10949987" cy="322506"/>
            </a:xfrm>
          </p:grpSpPr>
          <p:grpSp>
            <p:nvGrpSpPr>
              <p:cNvPr id="1001" name="Google Shape;1001;p32"/>
              <p:cNvGrpSpPr/>
              <p:nvPr/>
            </p:nvGrpSpPr>
            <p:grpSpPr>
              <a:xfrm>
                <a:off x="839271" y="3334002"/>
                <a:ext cx="9901759" cy="322506"/>
                <a:chOff x="839271" y="3378972"/>
                <a:chExt cx="9901759" cy="322506"/>
              </a:xfrm>
            </p:grpSpPr>
            <p:sp>
              <p:nvSpPr>
                <p:cNvPr id="1002" name="Google Shape;1002;p32"/>
                <p:cNvSpPr txBox="1"/>
                <p:nvPr/>
              </p:nvSpPr>
              <p:spPr>
                <a:xfrm>
                  <a:off x="839271" y="3378972"/>
                  <a:ext cx="2628000" cy="3225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72000" lIns="0" spcFirstLastPara="1" rIns="108000" wrap="square" tIns="10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050"/>
                    <a:buFont typeface="Verdana"/>
                    <a:buNone/>
                  </a:pPr>
                  <a:r>
                    <a:rPr b="1" lang="en-US" sz="1050">
                      <a:solidFill>
                        <a:schemeClr val="accent2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2. XXX</a:t>
                  </a:r>
                  <a:endParaRPr/>
                </a:p>
              </p:txBody>
            </p:sp>
            <p:sp>
              <p:nvSpPr>
                <p:cNvPr id="1003" name="Google Shape;1003;p32"/>
                <p:cNvSpPr txBox="1"/>
                <p:nvPr/>
              </p:nvSpPr>
              <p:spPr>
                <a:xfrm>
                  <a:off x="3685030" y="3463560"/>
                  <a:ext cx="7056000" cy="15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5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Sed ut perspiciatis unde omnis iste natus error sit volup tatem accus antium dolor</a:t>
                  </a:r>
                  <a:endParaRPr/>
                </a:p>
              </p:txBody>
            </p:sp>
            <p:grpSp>
              <p:nvGrpSpPr>
                <p:cNvPr id="1004" name="Google Shape;1004;p32"/>
                <p:cNvGrpSpPr/>
                <p:nvPr/>
              </p:nvGrpSpPr>
              <p:grpSpPr>
                <a:xfrm>
                  <a:off x="3421441" y="3463560"/>
                  <a:ext cx="143149" cy="153330"/>
                  <a:chOff x="3657318" y="2960019"/>
                  <a:chExt cx="428407" cy="506598"/>
                </a:xfrm>
              </p:grpSpPr>
              <p:grpSp>
                <p:nvGrpSpPr>
                  <p:cNvPr id="1005" name="Google Shape;1005;p32"/>
                  <p:cNvGrpSpPr/>
                  <p:nvPr/>
                </p:nvGrpSpPr>
                <p:grpSpPr>
                  <a:xfrm>
                    <a:off x="3828604" y="2960019"/>
                    <a:ext cx="257121" cy="506598"/>
                    <a:chOff x="2468880" y="3319199"/>
                    <a:chExt cx="257121" cy="506598"/>
                  </a:xfrm>
                </p:grpSpPr>
                <p:cxnSp>
                  <p:nvCxnSpPr>
                    <p:cNvPr id="1006" name="Google Shape;1006;p32"/>
                    <p:cNvCxnSpPr/>
                    <p:nvPr/>
                  </p:nvCxnSpPr>
                  <p:spPr>
                    <a:xfrm>
                      <a:off x="2468880" y="3319199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07" name="Google Shape;1007;p32"/>
                    <p:cNvCxnSpPr/>
                    <p:nvPr/>
                  </p:nvCxnSpPr>
                  <p:spPr>
                    <a:xfrm flipH="1">
                      <a:off x="2468880" y="3568676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cxnSp>
                <p:nvCxnSpPr>
                  <p:cNvPr id="1008" name="Google Shape;1008;p32"/>
                  <p:cNvCxnSpPr/>
                  <p:nvPr/>
                </p:nvCxnSpPr>
                <p:spPr>
                  <a:xfrm>
                    <a:off x="3657318" y="3213306"/>
                    <a:ext cx="41481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1009" name="Google Shape;1009;p32"/>
              <p:cNvGrpSpPr/>
              <p:nvPr/>
            </p:nvGrpSpPr>
            <p:grpSpPr>
              <a:xfrm>
                <a:off x="10952467" y="3369737"/>
                <a:ext cx="836791" cy="251037"/>
                <a:chOff x="10586360" y="2757000"/>
                <a:chExt cx="1080000" cy="324000"/>
              </a:xfrm>
            </p:grpSpPr>
            <p:sp>
              <p:nvSpPr>
                <p:cNvPr id="1010" name="Google Shape;1010;p32"/>
                <p:cNvSpPr/>
                <p:nvPr/>
              </p:nvSpPr>
              <p:spPr>
                <a:xfrm>
                  <a:off x="10586360" y="2757000"/>
                  <a:ext cx="1080000" cy="324000"/>
                </a:xfrm>
                <a:prstGeom prst="roundRect">
                  <a:avLst>
                    <a:gd fmla="val 18988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grpSp>
              <p:nvGrpSpPr>
                <p:cNvPr id="1011" name="Google Shape;1011;p32"/>
                <p:cNvGrpSpPr/>
                <p:nvPr/>
              </p:nvGrpSpPr>
              <p:grpSpPr>
                <a:xfrm>
                  <a:off x="10677712" y="2811000"/>
                  <a:ext cx="897297" cy="216000"/>
                  <a:chOff x="1039085" y="3309367"/>
                  <a:chExt cx="897297" cy="216000"/>
                </a:xfrm>
              </p:grpSpPr>
              <p:sp>
                <p:nvSpPr>
                  <p:cNvPr id="1012" name="Google Shape;1012;p32"/>
                  <p:cNvSpPr/>
                  <p:nvPr/>
                </p:nvSpPr>
                <p:spPr>
                  <a:xfrm>
                    <a:off x="1039085" y="3309367"/>
                    <a:ext cx="216000" cy="21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13" name="Google Shape;1013;p32"/>
                  <p:cNvSpPr/>
                  <p:nvPr/>
                </p:nvSpPr>
                <p:spPr>
                  <a:xfrm>
                    <a:off x="1379734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14" name="Google Shape;1014;p32"/>
                  <p:cNvSpPr/>
                  <p:nvPr/>
                </p:nvSpPr>
                <p:spPr>
                  <a:xfrm>
                    <a:off x="1720382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</p:grpSp>
          </p:grpSp>
        </p:grpSp>
      </p:grpSp>
      <p:grpSp>
        <p:nvGrpSpPr>
          <p:cNvPr id="1015" name="Google Shape;1015;p32"/>
          <p:cNvGrpSpPr/>
          <p:nvPr/>
        </p:nvGrpSpPr>
        <p:grpSpPr>
          <a:xfrm>
            <a:off x="554057" y="3229552"/>
            <a:ext cx="11250592" cy="576000"/>
            <a:chOff x="570270" y="3207255"/>
            <a:chExt cx="11250592" cy="576000"/>
          </a:xfrm>
        </p:grpSpPr>
        <p:sp>
          <p:nvSpPr>
            <p:cNvPr id="1016" name="Google Shape;1016;p32"/>
            <p:cNvSpPr/>
            <p:nvPr/>
          </p:nvSpPr>
          <p:spPr>
            <a:xfrm>
              <a:off x="570270" y="3207255"/>
              <a:ext cx="10296000" cy="57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6000" lIns="252000" spcFirstLastPara="1" rIns="108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17" name="Google Shape;1017;p32"/>
            <p:cNvSpPr txBox="1"/>
            <p:nvPr/>
          </p:nvSpPr>
          <p:spPr>
            <a:xfrm>
              <a:off x="10920862" y="3207255"/>
              <a:ext cx="900000" cy="57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6000" lIns="90000" spcFirstLastPara="1" rIns="8997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018" name="Google Shape;1018;p32"/>
            <p:cNvGrpSpPr/>
            <p:nvPr/>
          </p:nvGrpSpPr>
          <p:grpSpPr>
            <a:xfrm>
              <a:off x="839271" y="3334002"/>
              <a:ext cx="10949987" cy="322506"/>
              <a:chOff x="839271" y="3334002"/>
              <a:chExt cx="10949987" cy="322506"/>
            </a:xfrm>
          </p:grpSpPr>
          <p:grpSp>
            <p:nvGrpSpPr>
              <p:cNvPr id="1019" name="Google Shape;1019;p32"/>
              <p:cNvGrpSpPr/>
              <p:nvPr/>
            </p:nvGrpSpPr>
            <p:grpSpPr>
              <a:xfrm>
                <a:off x="839271" y="3334002"/>
                <a:ext cx="9901759" cy="322506"/>
                <a:chOff x="839271" y="3378972"/>
                <a:chExt cx="9901759" cy="322506"/>
              </a:xfrm>
            </p:grpSpPr>
            <p:sp>
              <p:nvSpPr>
                <p:cNvPr id="1020" name="Google Shape;1020;p32"/>
                <p:cNvSpPr txBox="1"/>
                <p:nvPr/>
              </p:nvSpPr>
              <p:spPr>
                <a:xfrm>
                  <a:off x="839271" y="3378972"/>
                  <a:ext cx="2628000" cy="3225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72000" lIns="0" spcFirstLastPara="1" rIns="108000" wrap="square" tIns="10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050"/>
                    <a:buFont typeface="Verdana"/>
                    <a:buNone/>
                  </a:pPr>
                  <a:r>
                    <a:rPr b="1" lang="en-US" sz="1050">
                      <a:solidFill>
                        <a:schemeClr val="accent2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3. XXX</a:t>
                  </a:r>
                  <a:endParaRPr/>
                </a:p>
              </p:txBody>
            </p:sp>
            <p:sp>
              <p:nvSpPr>
                <p:cNvPr id="1021" name="Google Shape;1021;p32"/>
                <p:cNvSpPr txBox="1"/>
                <p:nvPr/>
              </p:nvSpPr>
              <p:spPr>
                <a:xfrm>
                  <a:off x="3685030" y="3463560"/>
                  <a:ext cx="7056000" cy="15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5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Sed ut perspiciatis unde omnis iste natus error sit volup tatem accus antium dolor</a:t>
                  </a:r>
                  <a:endParaRPr/>
                </a:p>
              </p:txBody>
            </p:sp>
            <p:grpSp>
              <p:nvGrpSpPr>
                <p:cNvPr id="1022" name="Google Shape;1022;p32"/>
                <p:cNvGrpSpPr/>
                <p:nvPr/>
              </p:nvGrpSpPr>
              <p:grpSpPr>
                <a:xfrm>
                  <a:off x="3421441" y="3463560"/>
                  <a:ext cx="143149" cy="153330"/>
                  <a:chOff x="3657318" y="2960019"/>
                  <a:chExt cx="428407" cy="506598"/>
                </a:xfrm>
              </p:grpSpPr>
              <p:grpSp>
                <p:nvGrpSpPr>
                  <p:cNvPr id="1023" name="Google Shape;1023;p32"/>
                  <p:cNvGrpSpPr/>
                  <p:nvPr/>
                </p:nvGrpSpPr>
                <p:grpSpPr>
                  <a:xfrm>
                    <a:off x="3828604" y="2960019"/>
                    <a:ext cx="257121" cy="506598"/>
                    <a:chOff x="2468880" y="3319199"/>
                    <a:chExt cx="257121" cy="506598"/>
                  </a:xfrm>
                </p:grpSpPr>
                <p:cxnSp>
                  <p:nvCxnSpPr>
                    <p:cNvPr id="1024" name="Google Shape;1024;p32"/>
                    <p:cNvCxnSpPr/>
                    <p:nvPr/>
                  </p:nvCxnSpPr>
                  <p:spPr>
                    <a:xfrm>
                      <a:off x="2468880" y="3319199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25" name="Google Shape;1025;p32"/>
                    <p:cNvCxnSpPr/>
                    <p:nvPr/>
                  </p:nvCxnSpPr>
                  <p:spPr>
                    <a:xfrm flipH="1">
                      <a:off x="2468880" y="3568676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cxnSp>
                <p:nvCxnSpPr>
                  <p:cNvPr id="1026" name="Google Shape;1026;p32"/>
                  <p:cNvCxnSpPr/>
                  <p:nvPr/>
                </p:nvCxnSpPr>
                <p:spPr>
                  <a:xfrm>
                    <a:off x="3657318" y="3213306"/>
                    <a:ext cx="41481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1027" name="Google Shape;1027;p32"/>
              <p:cNvGrpSpPr/>
              <p:nvPr/>
            </p:nvGrpSpPr>
            <p:grpSpPr>
              <a:xfrm>
                <a:off x="10952467" y="3369737"/>
                <a:ext cx="836791" cy="251037"/>
                <a:chOff x="10586360" y="2757000"/>
                <a:chExt cx="1080000" cy="324000"/>
              </a:xfrm>
            </p:grpSpPr>
            <p:sp>
              <p:nvSpPr>
                <p:cNvPr id="1028" name="Google Shape;1028;p32"/>
                <p:cNvSpPr/>
                <p:nvPr/>
              </p:nvSpPr>
              <p:spPr>
                <a:xfrm>
                  <a:off x="10586360" y="2757000"/>
                  <a:ext cx="1080000" cy="324000"/>
                </a:xfrm>
                <a:prstGeom prst="roundRect">
                  <a:avLst>
                    <a:gd fmla="val 18988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grpSp>
              <p:nvGrpSpPr>
                <p:cNvPr id="1029" name="Google Shape;1029;p32"/>
                <p:cNvGrpSpPr/>
                <p:nvPr/>
              </p:nvGrpSpPr>
              <p:grpSpPr>
                <a:xfrm>
                  <a:off x="10677712" y="2811000"/>
                  <a:ext cx="897297" cy="216000"/>
                  <a:chOff x="1039085" y="3309367"/>
                  <a:chExt cx="897297" cy="216000"/>
                </a:xfrm>
              </p:grpSpPr>
              <p:sp>
                <p:nvSpPr>
                  <p:cNvPr id="1030" name="Google Shape;1030;p32"/>
                  <p:cNvSpPr/>
                  <p:nvPr/>
                </p:nvSpPr>
                <p:spPr>
                  <a:xfrm>
                    <a:off x="1039085" y="3309367"/>
                    <a:ext cx="216000" cy="21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31" name="Google Shape;1031;p32"/>
                  <p:cNvSpPr/>
                  <p:nvPr/>
                </p:nvSpPr>
                <p:spPr>
                  <a:xfrm>
                    <a:off x="1379734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32" name="Google Shape;1032;p32"/>
                  <p:cNvSpPr/>
                  <p:nvPr/>
                </p:nvSpPr>
                <p:spPr>
                  <a:xfrm>
                    <a:off x="1720382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</p:grpSp>
          </p:grpSp>
        </p:grpSp>
      </p:grpSp>
      <p:grpSp>
        <p:nvGrpSpPr>
          <p:cNvPr id="1033" name="Google Shape;1033;p32"/>
          <p:cNvGrpSpPr/>
          <p:nvPr/>
        </p:nvGrpSpPr>
        <p:grpSpPr>
          <a:xfrm>
            <a:off x="554057" y="3895967"/>
            <a:ext cx="11250592" cy="576000"/>
            <a:chOff x="570270" y="3207255"/>
            <a:chExt cx="11250592" cy="576000"/>
          </a:xfrm>
        </p:grpSpPr>
        <p:sp>
          <p:nvSpPr>
            <p:cNvPr id="1034" name="Google Shape;1034;p32"/>
            <p:cNvSpPr/>
            <p:nvPr/>
          </p:nvSpPr>
          <p:spPr>
            <a:xfrm>
              <a:off x="570270" y="3207255"/>
              <a:ext cx="10296000" cy="57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6000" lIns="252000" spcFirstLastPara="1" rIns="108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35" name="Google Shape;1035;p32"/>
            <p:cNvSpPr txBox="1"/>
            <p:nvPr/>
          </p:nvSpPr>
          <p:spPr>
            <a:xfrm>
              <a:off x="10920862" y="3207255"/>
              <a:ext cx="900000" cy="57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6000" lIns="90000" spcFirstLastPara="1" rIns="8997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036" name="Google Shape;1036;p32"/>
            <p:cNvGrpSpPr/>
            <p:nvPr/>
          </p:nvGrpSpPr>
          <p:grpSpPr>
            <a:xfrm>
              <a:off x="839271" y="3334002"/>
              <a:ext cx="10949987" cy="322506"/>
              <a:chOff x="839271" y="3334002"/>
              <a:chExt cx="10949987" cy="322506"/>
            </a:xfrm>
          </p:grpSpPr>
          <p:grpSp>
            <p:nvGrpSpPr>
              <p:cNvPr id="1037" name="Google Shape;1037;p32"/>
              <p:cNvGrpSpPr/>
              <p:nvPr/>
            </p:nvGrpSpPr>
            <p:grpSpPr>
              <a:xfrm>
                <a:off x="839271" y="3334002"/>
                <a:ext cx="9901759" cy="322506"/>
                <a:chOff x="839271" y="3378972"/>
                <a:chExt cx="9901759" cy="322506"/>
              </a:xfrm>
            </p:grpSpPr>
            <p:sp>
              <p:nvSpPr>
                <p:cNvPr id="1038" name="Google Shape;1038;p32"/>
                <p:cNvSpPr txBox="1"/>
                <p:nvPr/>
              </p:nvSpPr>
              <p:spPr>
                <a:xfrm>
                  <a:off x="839271" y="3378972"/>
                  <a:ext cx="2628000" cy="3225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72000" lIns="0" spcFirstLastPara="1" rIns="108000" wrap="square" tIns="10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050"/>
                    <a:buFont typeface="Verdana"/>
                    <a:buNone/>
                  </a:pPr>
                  <a:r>
                    <a:rPr b="1" lang="en-US" sz="1050">
                      <a:solidFill>
                        <a:schemeClr val="accent2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4. XXX</a:t>
                  </a:r>
                  <a:endParaRPr/>
                </a:p>
              </p:txBody>
            </p:sp>
            <p:sp>
              <p:nvSpPr>
                <p:cNvPr id="1039" name="Google Shape;1039;p32"/>
                <p:cNvSpPr txBox="1"/>
                <p:nvPr/>
              </p:nvSpPr>
              <p:spPr>
                <a:xfrm>
                  <a:off x="3685030" y="3463560"/>
                  <a:ext cx="7056000" cy="15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5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Sed ut perspiciatis unde omnis iste natus error sit volup tatem accus antium dolor</a:t>
                  </a:r>
                  <a:endParaRPr/>
                </a:p>
              </p:txBody>
            </p:sp>
            <p:grpSp>
              <p:nvGrpSpPr>
                <p:cNvPr id="1040" name="Google Shape;1040;p32"/>
                <p:cNvGrpSpPr/>
                <p:nvPr/>
              </p:nvGrpSpPr>
              <p:grpSpPr>
                <a:xfrm>
                  <a:off x="3421441" y="3463560"/>
                  <a:ext cx="143149" cy="153330"/>
                  <a:chOff x="3657318" y="2960019"/>
                  <a:chExt cx="428407" cy="506598"/>
                </a:xfrm>
              </p:grpSpPr>
              <p:grpSp>
                <p:nvGrpSpPr>
                  <p:cNvPr id="1041" name="Google Shape;1041;p32"/>
                  <p:cNvGrpSpPr/>
                  <p:nvPr/>
                </p:nvGrpSpPr>
                <p:grpSpPr>
                  <a:xfrm>
                    <a:off x="3828604" y="2960019"/>
                    <a:ext cx="257121" cy="506598"/>
                    <a:chOff x="2468880" y="3319199"/>
                    <a:chExt cx="257121" cy="506598"/>
                  </a:xfrm>
                </p:grpSpPr>
                <p:cxnSp>
                  <p:nvCxnSpPr>
                    <p:cNvPr id="1042" name="Google Shape;1042;p32"/>
                    <p:cNvCxnSpPr/>
                    <p:nvPr/>
                  </p:nvCxnSpPr>
                  <p:spPr>
                    <a:xfrm>
                      <a:off x="2468880" y="3319199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43" name="Google Shape;1043;p32"/>
                    <p:cNvCxnSpPr/>
                    <p:nvPr/>
                  </p:nvCxnSpPr>
                  <p:spPr>
                    <a:xfrm flipH="1">
                      <a:off x="2468880" y="3568676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cxnSp>
                <p:nvCxnSpPr>
                  <p:cNvPr id="1044" name="Google Shape;1044;p32"/>
                  <p:cNvCxnSpPr/>
                  <p:nvPr/>
                </p:nvCxnSpPr>
                <p:spPr>
                  <a:xfrm>
                    <a:off x="3657318" y="3213306"/>
                    <a:ext cx="41481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1045" name="Google Shape;1045;p32"/>
              <p:cNvGrpSpPr/>
              <p:nvPr/>
            </p:nvGrpSpPr>
            <p:grpSpPr>
              <a:xfrm>
                <a:off x="10952467" y="3369737"/>
                <a:ext cx="836791" cy="251037"/>
                <a:chOff x="10586360" y="2757000"/>
                <a:chExt cx="1080000" cy="324000"/>
              </a:xfrm>
            </p:grpSpPr>
            <p:sp>
              <p:nvSpPr>
                <p:cNvPr id="1046" name="Google Shape;1046;p32"/>
                <p:cNvSpPr/>
                <p:nvPr/>
              </p:nvSpPr>
              <p:spPr>
                <a:xfrm>
                  <a:off x="10586360" y="2757000"/>
                  <a:ext cx="1080000" cy="324000"/>
                </a:xfrm>
                <a:prstGeom prst="roundRect">
                  <a:avLst>
                    <a:gd fmla="val 18988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grpSp>
              <p:nvGrpSpPr>
                <p:cNvPr id="1047" name="Google Shape;1047;p32"/>
                <p:cNvGrpSpPr/>
                <p:nvPr/>
              </p:nvGrpSpPr>
              <p:grpSpPr>
                <a:xfrm>
                  <a:off x="10677712" y="2811000"/>
                  <a:ext cx="897297" cy="216000"/>
                  <a:chOff x="1039085" y="3309367"/>
                  <a:chExt cx="897297" cy="216000"/>
                </a:xfrm>
              </p:grpSpPr>
              <p:sp>
                <p:nvSpPr>
                  <p:cNvPr id="1048" name="Google Shape;1048;p32"/>
                  <p:cNvSpPr/>
                  <p:nvPr/>
                </p:nvSpPr>
                <p:spPr>
                  <a:xfrm>
                    <a:off x="1039085" y="3309367"/>
                    <a:ext cx="216000" cy="21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49" name="Google Shape;1049;p32"/>
                  <p:cNvSpPr/>
                  <p:nvPr/>
                </p:nvSpPr>
                <p:spPr>
                  <a:xfrm>
                    <a:off x="1379734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50" name="Google Shape;1050;p32"/>
                  <p:cNvSpPr/>
                  <p:nvPr/>
                </p:nvSpPr>
                <p:spPr>
                  <a:xfrm>
                    <a:off x="1720382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</p:grpSp>
          </p:grpSp>
        </p:grpSp>
      </p:grpSp>
      <p:grpSp>
        <p:nvGrpSpPr>
          <p:cNvPr id="1051" name="Google Shape;1051;p32"/>
          <p:cNvGrpSpPr/>
          <p:nvPr/>
        </p:nvGrpSpPr>
        <p:grpSpPr>
          <a:xfrm>
            <a:off x="554057" y="1893329"/>
            <a:ext cx="11250592" cy="576000"/>
            <a:chOff x="570270" y="3207255"/>
            <a:chExt cx="11250592" cy="576000"/>
          </a:xfrm>
        </p:grpSpPr>
        <p:sp>
          <p:nvSpPr>
            <p:cNvPr id="1052" name="Google Shape;1052;p32"/>
            <p:cNvSpPr/>
            <p:nvPr/>
          </p:nvSpPr>
          <p:spPr>
            <a:xfrm>
              <a:off x="570270" y="3207255"/>
              <a:ext cx="10296000" cy="57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6000" lIns="252000" spcFirstLastPara="1" rIns="108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53" name="Google Shape;1053;p32"/>
            <p:cNvSpPr txBox="1"/>
            <p:nvPr/>
          </p:nvSpPr>
          <p:spPr>
            <a:xfrm>
              <a:off x="10920862" y="3207255"/>
              <a:ext cx="900000" cy="57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6000" lIns="90000" spcFirstLastPara="1" rIns="8997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054" name="Google Shape;1054;p32"/>
            <p:cNvGrpSpPr/>
            <p:nvPr/>
          </p:nvGrpSpPr>
          <p:grpSpPr>
            <a:xfrm>
              <a:off x="839271" y="3334002"/>
              <a:ext cx="10949987" cy="322506"/>
              <a:chOff x="839271" y="3334002"/>
              <a:chExt cx="10949987" cy="322506"/>
            </a:xfrm>
          </p:grpSpPr>
          <p:grpSp>
            <p:nvGrpSpPr>
              <p:cNvPr id="1055" name="Google Shape;1055;p32"/>
              <p:cNvGrpSpPr/>
              <p:nvPr/>
            </p:nvGrpSpPr>
            <p:grpSpPr>
              <a:xfrm>
                <a:off x="839271" y="3334002"/>
                <a:ext cx="9901759" cy="322506"/>
                <a:chOff x="839271" y="3378972"/>
                <a:chExt cx="9901759" cy="322506"/>
              </a:xfrm>
            </p:grpSpPr>
            <p:sp>
              <p:nvSpPr>
                <p:cNvPr id="1056" name="Google Shape;1056;p32"/>
                <p:cNvSpPr txBox="1"/>
                <p:nvPr/>
              </p:nvSpPr>
              <p:spPr>
                <a:xfrm>
                  <a:off x="839271" y="3378972"/>
                  <a:ext cx="2628000" cy="3225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72000" lIns="0" spcFirstLastPara="1" rIns="108000" wrap="square" tIns="10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050"/>
                    <a:buFont typeface="Verdana"/>
                    <a:buNone/>
                  </a:pPr>
                  <a:r>
                    <a:rPr b="1" lang="en-US" sz="1050">
                      <a:solidFill>
                        <a:schemeClr val="accent2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1. XXX</a:t>
                  </a:r>
                  <a:endParaRPr/>
                </a:p>
              </p:txBody>
            </p:sp>
            <p:sp>
              <p:nvSpPr>
                <p:cNvPr id="1057" name="Google Shape;1057;p32"/>
                <p:cNvSpPr txBox="1"/>
                <p:nvPr/>
              </p:nvSpPr>
              <p:spPr>
                <a:xfrm>
                  <a:off x="3685030" y="3463560"/>
                  <a:ext cx="7056000" cy="15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5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Sed ut perspiciatis unde omnis iste natus error sit volup tatem accus antium dolor</a:t>
                  </a:r>
                  <a:endParaRPr/>
                </a:p>
              </p:txBody>
            </p:sp>
            <p:grpSp>
              <p:nvGrpSpPr>
                <p:cNvPr id="1058" name="Google Shape;1058;p32"/>
                <p:cNvGrpSpPr/>
                <p:nvPr/>
              </p:nvGrpSpPr>
              <p:grpSpPr>
                <a:xfrm>
                  <a:off x="3421441" y="3463560"/>
                  <a:ext cx="143149" cy="153330"/>
                  <a:chOff x="3657318" y="2960019"/>
                  <a:chExt cx="428407" cy="506598"/>
                </a:xfrm>
              </p:grpSpPr>
              <p:grpSp>
                <p:nvGrpSpPr>
                  <p:cNvPr id="1059" name="Google Shape;1059;p32"/>
                  <p:cNvGrpSpPr/>
                  <p:nvPr/>
                </p:nvGrpSpPr>
                <p:grpSpPr>
                  <a:xfrm>
                    <a:off x="3828604" y="2960019"/>
                    <a:ext cx="257121" cy="506598"/>
                    <a:chOff x="2468880" y="3319199"/>
                    <a:chExt cx="257121" cy="506598"/>
                  </a:xfrm>
                </p:grpSpPr>
                <p:cxnSp>
                  <p:nvCxnSpPr>
                    <p:cNvPr id="1060" name="Google Shape;1060;p32"/>
                    <p:cNvCxnSpPr/>
                    <p:nvPr/>
                  </p:nvCxnSpPr>
                  <p:spPr>
                    <a:xfrm>
                      <a:off x="2468880" y="3319199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61" name="Google Shape;1061;p32"/>
                    <p:cNvCxnSpPr/>
                    <p:nvPr/>
                  </p:nvCxnSpPr>
                  <p:spPr>
                    <a:xfrm flipH="1">
                      <a:off x="2468880" y="3568676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cxnSp>
                <p:nvCxnSpPr>
                  <p:cNvPr id="1062" name="Google Shape;1062;p32"/>
                  <p:cNvCxnSpPr/>
                  <p:nvPr/>
                </p:nvCxnSpPr>
                <p:spPr>
                  <a:xfrm>
                    <a:off x="3657318" y="3213306"/>
                    <a:ext cx="41481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1063" name="Google Shape;1063;p32"/>
              <p:cNvGrpSpPr/>
              <p:nvPr/>
            </p:nvGrpSpPr>
            <p:grpSpPr>
              <a:xfrm>
                <a:off x="10952467" y="3369737"/>
                <a:ext cx="836791" cy="251037"/>
                <a:chOff x="10586360" y="2757000"/>
                <a:chExt cx="1080000" cy="324000"/>
              </a:xfrm>
            </p:grpSpPr>
            <p:sp>
              <p:nvSpPr>
                <p:cNvPr id="1064" name="Google Shape;1064;p32"/>
                <p:cNvSpPr/>
                <p:nvPr/>
              </p:nvSpPr>
              <p:spPr>
                <a:xfrm>
                  <a:off x="10586360" y="2757000"/>
                  <a:ext cx="1080000" cy="324000"/>
                </a:xfrm>
                <a:prstGeom prst="roundRect">
                  <a:avLst>
                    <a:gd fmla="val 18988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grpSp>
              <p:nvGrpSpPr>
                <p:cNvPr id="1065" name="Google Shape;1065;p32"/>
                <p:cNvGrpSpPr/>
                <p:nvPr/>
              </p:nvGrpSpPr>
              <p:grpSpPr>
                <a:xfrm>
                  <a:off x="10677712" y="2811000"/>
                  <a:ext cx="897297" cy="216000"/>
                  <a:chOff x="1039085" y="3309367"/>
                  <a:chExt cx="897297" cy="216000"/>
                </a:xfrm>
              </p:grpSpPr>
              <p:sp>
                <p:nvSpPr>
                  <p:cNvPr id="1066" name="Google Shape;1066;p32"/>
                  <p:cNvSpPr/>
                  <p:nvPr/>
                </p:nvSpPr>
                <p:spPr>
                  <a:xfrm>
                    <a:off x="1039085" y="3309367"/>
                    <a:ext cx="216000" cy="21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67" name="Google Shape;1067;p32"/>
                  <p:cNvSpPr/>
                  <p:nvPr/>
                </p:nvSpPr>
                <p:spPr>
                  <a:xfrm>
                    <a:off x="1379734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68" name="Google Shape;1068;p32"/>
                  <p:cNvSpPr/>
                  <p:nvPr/>
                </p:nvSpPr>
                <p:spPr>
                  <a:xfrm>
                    <a:off x="1720382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</p:grpSp>
          </p:grpSp>
        </p:grpSp>
      </p:grpSp>
      <p:grpSp>
        <p:nvGrpSpPr>
          <p:cNvPr id="1069" name="Google Shape;1069;p32"/>
          <p:cNvGrpSpPr/>
          <p:nvPr/>
        </p:nvGrpSpPr>
        <p:grpSpPr>
          <a:xfrm>
            <a:off x="564174" y="5234363"/>
            <a:ext cx="11250592" cy="576000"/>
            <a:chOff x="570270" y="3207255"/>
            <a:chExt cx="11250592" cy="576000"/>
          </a:xfrm>
        </p:grpSpPr>
        <p:sp>
          <p:nvSpPr>
            <p:cNvPr id="1070" name="Google Shape;1070;p32"/>
            <p:cNvSpPr/>
            <p:nvPr/>
          </p:nvSpPr>
          <p:spPr>
            <a:xfrm>
              <a:off x="570270" y="3207255"/>
              <a:ext cx="10296000" cy="576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6000" lIns="252000" spcFirstLastPara="1" rIns="108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71" name="Google Shape;1071;p32"/>
            <p:cNvSpPr txBox="1"/>
            <p:nvPr/>
          </p:nvSpPr>
          <p:spPr>
            <a:xfrm>
              <a:off x="10920862" y="3207255"/>
              <a:ext cx="900000" cy="576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6000" lIns="90000" spcFirstLastPara="1" rIns="89975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072" name="Google Shape;1072;p32"/>
            <p:cNvGrpSpPr/>
            <p:nvPr/>
          </p:nvGrpSpPr>
          <p:grpSpPr>
            <a:xfrm>
              <a:off x="839271" y="3334002"/>
              <a:ext cx="10949987" cy="322506"/>
              <a:chOff x="839271" y="3334002"/>
              <a:chExt cx="10949987" cy="322506"/>
            </a:xfrm>
          </p:grpSpPr>
          <p:grpSp>
            <p:nvGrpSpPr>
              <p:cNvPr id="1073" name="Google Shape;1073;p32"/>
              <p:cNvGrpSpPr/>
              <p:nvPr/>
            </p:nvGrpSpPr>
            <p:grpSpPr>
              <a:xfrm>
                <a:off x="839271" y="3334002"/>
                <a:ext cx="9901759" cy="322506"/>
                <a:chOff x="839271" y="3378972"/>
                <a:chExt cx="9901759" cy="322506"/>
              </a:xfrm>
            </p:grpSpPr>
            <p:sp>
              <p:nvSpPr>
                <p:cNvPr id="1074" name="Google Shape;1074;p32"/>
                <p:cNvSpPr txBox="1"/>
                <p:nvPr/>
              </p:nvSpPr>
              <p:spPr>
                <a:xfrm>
                  <a:off x="839271" y="3378972"/>
                  <a:ext cx="2628000" cy="3225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72000" lIns="0" spcFirstLastPara="1" rIns="108000" wrap="square" tIns="10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050"/>
                    <a:buFont typeface="Verdana"/>
                    <a:buNone/>
                  </a:pPr>
                  <a:r>
                    <a:rPr b="1" lang="en-US" sz="1050">
                      <a:solidFill>
                        <a:schemeClr val="accent2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6. XXX</a:t>
                  </a:r>
                  <a:endParaRPr/>
                </a:p>
              </p:txBody>
            </p:sp>
            <p:sp>
              <p:nvSpPr>
                <p:cNvPr id="1075" name="Google Shape;1075;p32"/>
                <p:cNvSpPr txBox="1"/>
                <p:nvPr/>
              </p:nvSpPr>
              <p:spPr>
                <a:xfrm>
                  <a:off x="3685030" y="3463560"/>
                  <a:ext cx="7056000" cy="15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50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Sed ut perspiciatis unde omnis iste natus error sit volup tatem accus antium dolor</a:t>
                  </a:r>
                  <a:endParaRPr/>
                </a:p>
              </p:txBody>
            </p:sp>
            <p:grpSp>
              <p:nvGrpSpPr>
                <p:cNvPr id="1076" name="Google Shape;1076;p32"/>
                <p:cNvGrpSpPr/>
                <p:nvPr/>
              </p:nvGrpSpPr>
              <p:grpSpPr>
                <a:xfrm>
                  <a:off x="3421441" y="3463560"/>
                  <a:ext cx="143149" cy="153330"/>
                  <a:chOff x="3657318" y="2960019"/>
                  <a:chExt cx="428407" cy="506598"/>
                </a:xfrm>
              </p:grpSpPr>
              <p:grpSp>
                <p:nvGrpSpPr>
                  <p:cNvPr id="1077" name="Google Shape;1077;p32"/>
                  <p:cNvGrpSpPr/>
                  <p:nvPr/>
                </p:nvGrpSpPr>
                <p:grpSpPr>
                  <a:xfrm>
                    <a:off x="3828604" y="2960019"/>
                    <a:ext cx="257121" cy="506598"/>
                    <a:chOff x="2468880" y="3319199"/>
                    <a:chExt cx="257121" cy="506598"/>
                  </a:xfrm>
                </p:grpSpPr>
                <p:cxnSp>
                  <p:nvCxnSpPr>
                    <p:cNvPr id="1078" name="Google Shape;1078;p32"/>
                    <p:cNvCxnSpPr/>
                    <p:nvPr/>
                  </p:nvCxnSpPr>
                  <p:spPr>
                    <a:xfrm>
                      <a:off x="2468880" y="3319199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079" name="Google Shape;1079;p32"/>
                    <p:cNvCxnSpPr/>
                    <p:nvPr/>
                  </p:nvCxnSpPr>
                  <p:spPr>
                    <a:xfrm flipH="1">
                      <a:off x="2468880" y="3568676"/>
                      <a:ext cx="257121" cy="257121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cxnSp>
                <p:nvCxnSpPr>
                  <p:cNvPr id="1080" name="Google Shape;1080;p32"/>
                  <p:cNvCxnSpPr/>
                  <p:nvPr/>
                </p:nvCxnSpPr>
                <p:spPr>
                  <a:xfrm>
                    <a:off x="3657318" y="3213306"/>
                    <a:ext cx="41481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1081" name="Google Shape;1081;p32"/>
              <p:cNvGrpSpPr/>
              <p:nvPr/>
            </p:nvGrpSpPr>
            <p:grpSpPr>
              <a:xfrm>
                <a:off x="10952467" y="3369737"/>
                <a:ext cx="836791" cy="251037"/>
                <a:chOff x="10586360" y="2757000"/>
                <a:chExt cx="1080000" cy="324000"/>
              </a:xfrm>
            </p:grpSpPr>
            <p:sp>
              <p:nvSpPr>
                <p:cNvPr id="1082" name="Google Shape;1082;p32"/>
                <p:cNvSpPr/>
                <p:nvPr/>
              </p:nvSpPr>
              <p:spPr>
                <a:xfrm>
                  <a:off x="10586360" y="2757000"/>
                  <a:ext cx="1080000" cy="324000"/>
                </a:xfrm>
                <a:prstGeom prst="roundRect">
                  <a:avLst>
                    <a:gd fmla="val 18988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  <p:grpSp>
              <p:nvGrpSpPr>
                <p:cNvPr id="1083" name="Google Shape;1083;p32"/>
                <p:cNvGrpSpPr/>
                <p:nvPr/>
              </p:nvGrpSpPr>
              <p:grpSpPr>
                <a:xfrm>
                  <a:off x="10677712" y="2811000"/>
                  <a:ext cx="897297" cy="216000"/>
                  <a:chOff x="1039085" y="3309367"/>
                  <a:chExt cx="897297" cy="216000"/>
                </a:xfrm>
              </p:grpSpPr>
              <p:sp>
                <p:nvSpPr>
                  <p:cNvPr id="1084" name="Google Shape;1084;p32"/>
                  <p:cNvSpPr/>
                  <p:nvPr/>
                </p:nvSpPr>
                <p:spPr>
                  <a:xfrm>
                    <a:off x="1039085" y="3309367"/>
                    <a:ext cx="216000" cy="21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85" name="Google Shape;1085;p32"/>
                  <p:cNvSpPr/>
                  <p:nvPr/>
                </p:nvSpPr>
                <p:spPr>
                  <a:xfrm>
                    <a:off x="1379734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  <p:sp>
                <p:nvSpPr>
                  <p:cNvPr id="1086" name="Google Shape;1086;p32"/>
                  <p:cNvSpPr/>
                  <p:nvPr/>
                </p:nvSpPr>
                <p:spPr>
                  <a:xfrm>
                    <a:off x="1720382" y="3309367"/>
                    <a:ext cx="216000" cy="216000"/>
                  </a:xfrm>
                  <a:prstGeom prst="ellipse">
                    <a:avLst/>
                  </a:pr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Verdana"/>
                      <a:ea typeface="Verdana"/>
                      <a:cs typeface="Verdana"/>
                      <a:sym typeface="Verdana"/>
                    </a:endParaRPr>
                  </a:p>
                </p:txBody>
              </p:sp>
            </p:grpSp>
          </p:grpSp>
        </p:grpSp>
      </p:grpSp>
      <p:sp>
        <p:nvSpPr>
          <p:cNvPr id="1087" name="Google Shape;1087;p32"/>
          <p:cNvSpPr/>
          <p:nvPr/>
        </p:nvSpPr>
        <p:spPr>
          <a:xfrm>
            <a:off x="11532673" y="4761379"/>
            <a:ext cx="168000" cy="16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8" name="Google Shape;1088;p32"/>
          <p:cNvSpPr/>
          <p:nvPr/>
        </p:nvSpPr>
        <p:spPr>
          <a:xfrm>
            <a:off x="11544383" y="2758650"/>
            <a:ext cx="168000" cy="16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9" name="Google Shape;1089;p32"/>
          <p:cNvSpPr/>
          <p:nvPr/>
        </p:nvSpPr>
        <p:spPr>
          <a:xfrm>
            <a:off x="11270649" y="3426217"/>
            <a:ext cx="168000" cy="168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3"/>
          <p:cNvSpPr txBox="1"/>
          <p:nvPr/>
        </p:nvSpPr>
        <p:spPr>
          <a:xfrm>
            <a:off x="10329703" y="1879386"/>
            <a:ext cx="1593313" cy="4423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72000" lIns="144000" spcFirstLastPara="1" rIns="108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95" name="Google Shape;1095;p33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Project Lead: [Project leader name]</a:t>
            </a:r>
            <a:endParaRPr/>
          </a:p>
        </p:txBody>
      </p:sp>
      <p:sp>
        <p:nvSpPr>
          <p:cNvPr id="1096" name="Google Shape;1096;p33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Status Update [Date]: [Project Name]</a:t>
            </a:r>
            <a:endParaRPr/>
          </a:p>
        </p:txBody>
      </p:sp>
      <p:cxnSp>
        <p:nvCxnSpPr>
          <p:cNvPr id="1097" name="Google Shape;1097;p33"/>
          <p:cNvCxnSpPr/>
          <p:nvPr/>
        </p:nvCxnSpPr>
        <p:spPr>
          <a:xfrm>
            <a:off x="3279970" y="1576561"/>
            <a:ext cx="7738391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8" name="Google Shape;1098;p33"/>
          <p:cNvSpPr txBox="1"/>
          <p:nvPr/>
        </p:nvSpPr>
        <p:spPr>
          <a:xfrm>
            <a:off x="584180" y="1378561"/>
            <a:ext cx="2930812" cy="396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182875" spcFirstLastPara="1" rIns="72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Initiative Name</a:t>
            </a:r>
            <a:endParaRPr/>
          </a:p>
        </p:txBody>
      </p:sp>
      <p:sp>
        <p:nvSpPr>
          <p:cNvPr id="1099" name="Google Shape;1099;p33"/>
          <p:cNvSpPr txBox="1"/>
          <p:nvPr/>
        </p:nvSpPr>
        <p:spPr>
          <a:xfrm>
            <a:off x="8877621" y="1378561"/>
            <a:ext cx="1440000" cy="396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182875" spcFirstLastPara="1" rIns="72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Due Date</a:t>
            </a:r>
            <a:endParaRPr/>
          </a:p>
        </p:txBody>
      </p:sp>
      <p:sp>
        <p:nvSpPr>
          <p:cNvPr id="1100" name="Google Shape;1100;p33"/>
          <p:cNvSpPr txBox="1"/>
          <p:nvPr/>
        </p:nvSpPr>
        <p:spPr>
          <a:xfrm>
            <a:off x="10406360" y="1378561"/>
            <a:ext cx="1440000" cy="396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182875" spcFirstLastPara="1" rIns="72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Status</a:t>
            </a:r>
            <a:endParaRPr/>
          </a:p>
        </p:txBody>
      </p:sp>
      <p:sp>
        <p:nvSpPr>
          <p:cNvPr id="1101" name="Google Shape;1101;p33"/>
          <p:cNvSpPr txBox="1"/>
          <p:nvPr/>
        </p:nvSpPr>
        <p:spPr>
          <a:xfrm>
            <a:off x="3713410" y="1378561"/>
            <a:ext cx="5017978" cy="39600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182875" spcFirstLastPara="1" rIns="72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Update</a:t>
            </a:r>
            <a:endParaRPr/>
          </a:p>
        </p:txBody>
      </p:sp>
      <p:graphicFrame>
        <p:nvGraphicFramePr>
          <p:cNvPr id="1102" name="Google Shape;1102;p33"/>
          <p:cNvGraphicFramePr/>
          <p:nvPr/>
        </p:nvGraphicFramePr>
        <p:xfrm>
          <a:off x="584180" y="18903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356975"/>
                <a:gridCol w="2962300"/>
                <a:gridCol w="4972425"/>
                <a:gridCol w="1445875"/>
              </a:tblGrid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/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/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/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/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/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/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/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b="1" i="0" sz="1200" u="none" cap="none" strike="noStrike">
                        <a:solidFill>
                          <a:schemeClr val="lt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2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b="1" i="0" sz="1200" u="none" cap="none" strike="noStrike">
                        <a:solidFill>
                          <a:schemeClr val="lt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Verdana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Text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6000" marB="36000" marR="3600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103" name="Google Shape;1103;p33"/>
          <p:cNvGrpSpPr/>
          <p:nvPr/>
        </p:nvGrpSpPr>
        <p:grpSpPr>
          <a:xfrm>
            <a:off x="10506525" y="2566743"/>
            <a:ext cx="1080000" cy="324000"/>
            <a:chOff x="10586360" y="2757000"/>
            <a:chExt cx="1080000" cy="324000"/>
          </a:xfrm>
        </p:grpSpPr>
        <p:sp>
          <p:nvSpPr>
            <p:cNvPr id="1104" name="Google Shape;1104;p33"/>
            <p:cNvSpPr/>
            <p:nvPr/>
          </p:nvSpPr>
          <p:spPr>
            <a:xfrm>
              <a:off x="10586360" y="2757000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05" name="Google Shape;1105;p33"/>
            <p:cNvGrpSpPr/>
            <p:nvPr/>
          </p:nvGrpSpPr>
          <p:grpSpPr>
            <a:xfrm>
              <a:off x="10677712" y="2811000"/>
              <a:ext cx="897297" cy="216000"/>
              <a:chOff x="1039085" y="3309367"/>
              <a:chExt cx="897297" cy="216000"/>
            </a:xfrm>
          </p:grpSpPr>
          <p:sp>
            <p:nvSpPr>
              <p:cNvPr id="1106" name="Google Shape;1106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07" name="Google Shape;1107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08" name="Google Shape;1108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09" name="Google Shape;1109;p33"/>
          <p:cNvGrpSpPr/>
          <p:nvPr/>
        </p:nvGrpSpPr>
        <p:grpSpPr>
          <a:xfrm>
            <a:off x="10500290" y="3104262"/>
            <a:ext cx="1080000" cy="324000"/>
            <a:chOff x="10586360" y="3307674"/>
            <a:chExt cx="1080000" cy="324000"/>
          </a:xfrm>
        </p:grpSpPr>
        <p:sp>
          <p:nvSpPr>
            <p:cNvPr id="1110" name="Google Shape;1110;p33"/>
            <p:cNvSpPr/>
            <p:nvPr/>
          </p:nvSpPr>
          <p:spPr>
            <a:xfrm>
              <a:off x="10586360" y="3307674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11" name="Google Shape;1111;p33"/>
            <p:cNvGrpSpPr/>
            <p:nvPr/>
          </p:nvGrpSpPr>
          <p:grpSpPr>
            <a:xfrm>
              <a:off x="10677712" y="3361674"/>
              <a:ext cx="897297" cy="216000"/>
              <a:chOff x="1039085" y="3309367"/>
              <a:chExt cx="897297" cy="216000"/>
            </a:xfrm>
          </p:grpSpPr>
          <p:sp>
            <p:nvSpPr>
              <p:cNvPr id="1112" name="Google Shape;1112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13" name="Google Shape;1113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14" name="Google Shape;1114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15" name="Google Shape;1115;p33"/>
          <p:cNvGrpSpPr/>
          <p:nvPr/>
        </p:nvGrpSpPr>
        <p:grpSpPr>
          <a:xfrm>
            <a:off x="10505361" y="3650660"/>
            <a:ext cx="1080000" cy="324000"/>
            <a:chOff x="10586360" y="3858348"/>
            <a:chExt cx="1080000" cy="324000"/>
          </a:xfrm>
        </p:grpSpPr>
        <p:sp>
          <p:nvSpPr>
            <p:cNvPr id="1116" name="Google Shape;1116;p33"/>
            <p:cNvSpPr/>
            <p:nvPr/>
          </p:nvSpPr>
          <p:spPr>
            <a:xfrm>
              <a:off x="10586360" y="3858348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17" name="Google Shape;1117;p33"/>
            <p:cNvGrpSpPr/>
            <p:nvPr/>
          </p:nvGrpSpPr>
          <p:grpSpPr>
            <a:xfrm>
              <a:off x="10677712" y="3912348"/>
              <a:ext cx="897297" cy="216000"/>
              <a:chOff x="1039085" y="3309367"/>
              <a:chExt cx="897297" cy="216000"/>
            </a:xfrm>
          </p:grpSpPr>
          <p:sp>
            <p:nvSpPr>
              <p:cNvPr id="1118" name="Google Shape;1118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19" name="Google Shape;1119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20" name="Google Shape;1120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21" name="Google Shape;1121;p33"/>
          <p:cNvGrpSpPr/>
          <p:nvPr/>
        </p:nvGrpSpPr>
        <p:grpSpPr>
          <a:xfrm>
            <a:off x="10517241" y="4176054"/>
            <a:ext cx="1080000" cy="324000"/>
            <a:chOff x="10586360" y="4409022"/>
            <a:chExt cx="1080000" cy="324000"/>
          </a:xfrm>
        </p:grpSpPr>
        <p:sp>
          <p:nvSpPr>
            <p:cNvPr id="1122" name="Google Shape;1122;p33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23" name="Google Shape;1123;p33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124" name="Google Shape;1124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25" name="Google Shape;1125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26" name="Google Shape;1126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27" name="Google Shape;1127;p33"/>
          <p:cNvGrpSpPr/>
          <p:nvPr/>
        </p:nvGrpSpPr>
        <p:grpSpPr>
          <a:xfrm>
            <a:off x="10517234" y="5271509"/>
            <a:ext cx="1080000" cy="324000"/>
            <a:chOff x="10586360" y="4959696"/>
            <a:chExt cx="1080000" cy="324000"/>
          </a:xfrm>
        </p:grpSpPr>
        <p:sp>
          <p:nvSpPr>
            <p:cNvPr id="1128" name="Google Shape;1128;p33"/>
            <p:cNvSpPr/>
            <p:nvPr/>
          </p:nvSpPr>
          <p:spPr>
            <a:xfrm>
              <a:off x="10586360" y="4959696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29" name="Google Shape;1129;p33"/>
            <p:cNvGrpSpPr/>
            <p:nvPr/>
          </p:nvGrpSpPr>
          <p:grpSpPr>
            <a:xfrm>
              <a:off x="10677712" y="5013696"/>
              <a:ext cx="897297" cy="216000"/>
              <a:chOff x="1039085" y="3309367"/>
              <a:chExt cx="897297" cy="216000"/>
            </a:xfrm>
          </p:grpSpPr>
          <p:sp>
            <p:nvSpPr>
              <p:cNvPr id="1130" name="Google Shape;1130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31" name="Google Shape;1131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32" name="Google Shape;1132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33" name="Google Shape;1133;p33"/>
          <p:cNvGrpSpPr/>
          <p:nvPr/>
        </p:nvGrpSpPr>
        <p:grpSpPr>
          <a:xfrm>
            <a:off x="10527820" y="5837392"/>
            <a:ext cx="1080000" cy="324000"/>
            <a:chOff x="10586360" y="5510368"/>
            <a:chExt cx="1080000" cy="324000"/>
          </a:xfrm>
        </p:grpSpPr>
        <p:sp>
          <p:nvSpPr>
            <p:cNvPr id="1134" name="Google Shape;1134;p33"/>
            <p:cNvSpPr/>
            <p:nvPr/>
          </p:nvSpPr>
          <p:spPr>
            <a:xfrm>
              <a:off x="10586360" y="5510368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35" name="Google Shape;1135;p33"/>
            <p:cNvGrpSpPr/>
            <p:nvPr/>
          </p:nvGrpSpPr>
          <p:grpSpPr>
            <a:xfrm>
              <a:off x="10677712" y="5564368"/>
              <a:ext cx="897297" cy="216000"/>
              <a:chOff x="1039085" y="3309367"/>
              <a:chExt cx="897297" cy="216000"/>
            </a:xfrm>
          </p:grpSpPr>
          <p:sp>
            <p:nvSpPr>
              <p:cNvPr id="1136" name="Google Shape;1136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37" name="Google Shape;1137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38" name="Google Shape;1138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sp>
        <p:nvSpPr>
          <p:cNvPr id="1139" name="Google Shape;1139;p33"/>
          <p:cNvSpPr txBox="1"/>
          <p:nvPr/>
        </p:nvSpPr>
        <p:spPr>
          <a:xfrm>
            <a:off x="10920862" y="6772021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Status</a:t>
            </a:r>
            <a:endParaRPr/>
          </a:p>
        </p:txBody>
      </p:sp>
      <p:sp>
        <p:nvSpPr>
          <p:cNvPr id="1140" name="Google Shape;1140;p33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3</a:t>
            </a:r>
            <a:endParaRPr/>
          </a:p>
        </p:txBody>
      </p:sp>
      <p:grpSp>
        <p:nvGrpSpPr>
          <p:cNvPr id="1141" name="Google Shape;1141;p33"/>
          <p:cNvGrpSpPr/>
          <p:nvPr/>
        </p:nvGrpSpPr>
        <p:grpSpPr>
          <a:xfrm>
            <a:off x="10478361" y="2029224"/>
            <a:ext cx="1080000" cy="324000"/>
            <a:chOff x="10586360" y="5510368"/>
            <a:chExt cx="1080000" cy="324000"/>
          </a:xfrm>
        </p:grpSpPr>
        <p:sp>
          <p:nvSpPr>
            <p:cNvPr id="1142" name="Google Shape;1142;p33"/>
            <p:cNvSpPr/>
            <p:nvPr/>
          </p:nvSpPr>
          <p:spPr>
            <a:xfrm>
              <a:off x="10586360" y="5510368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43" name="Google Shape;1143;p33"/>
            <p:cNvGrpSpPr/>
            <p:nvPr/>
          </p:nvGrpSpPr>
          <p:grpSpPr>
            <a:xfrm>
              <a:off x="10677712" y="5564368"/>
              <a:ext cx="897297" cy="216000"/>
              <a:chOff x="1039085" y="3309367"/>
              <a:chExt cx="897297" cy="216000"/>
            </a:xfrm>
          </p:grpSpPr>
          <p:sp>
            <p:nvSpPr>
              <p:cNvPr id="1144" name="Google Shape;1144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45" name="Google Shape;1145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46" name="Google Shape;1146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47" name="Google Shape;1147;p33"/>
          <p:cNvGrpSpPr/>
          <p:nvPr/>
        </p:nvGrpSpPr>
        <p:grpSpPr>
          <a:xfrm>
            <a:off x="10517234" y="4755840"/>
            <a:ext cx="1080000" cy="324000"/>
            <a:chOff x="10586360" y="3858348"/>
            <a:chExt cx="1080000" cy="324000"/>
          </a:xfrm>
        </p:grpSpPr>
        <p:sp>
          <p:nvSpPr>
            <p:cNvPr id="1148" name="Google Shape;1148;p33"/>
            <p:cNvSpPr/>
            <p:nvPr/>
          </p:nvSpPr>
          <p:spPr>
            <a:xfrm>
              <a:off x="10586360" y="3858348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49" name="Google Shape;1149;p33"/>
            <p:cNvGrpSpPr/>
            <p:nvPr/>
          </p:nvGrpSpPr>
          <p:grpSpPr>
            <a:xfrm>
              <a:off x="10677712" y="3912348"/>
              <a:ext cx="897297" cy="216000"/>
              <a:chOff x="1039085" y="3309367"/>
              <a:chExt cx="897297" cy="216000"/>
            </a:xfrm>
          </p:grpSpPr>
          <p:sp>
            <p:nvSpPr>
              <p:cNvPr id="1150" name="Google Shape;1150;p33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52" name="Google Shape;1152;p33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4"/>
          <p:cNvSpPr txBox="1"/>
          <p:nvPr>
            <p:ph idx="1" type="body"/>
          </p:nvPr>
        </p:nvSpPr>
        <p:spPr>
          <a:xfrm>
            <a:off x="385762" y="802298"/>
            <a:ext cx="764505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b="1" lang="en-US"/>
              <a:t>Completed By: </a:t>
            </a:r>
            <a:r>
              <a:rPr lang="en-US"/>
              <a:t>Enter 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b="1" lang="en-US"/>
              <a:t>Date: </a:t>
            </a:r>
            <a:r>
              <a:rPr lang="en-US"/>
              <a:t>[Enter date]</a:t>
            </a:r>
            <a:endParaRPr/>
          </a:p>
        </p:txBody>
      </p:sp>
      <p:sp>
        <p:nvSpPr>
          <p:cNvPr id="1158" name="Google Shape;1158;p34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Status Report: [Project Name]</a:t>
            </a:r>
            <a:endParaRPr/>
          </a:p>
        </p:txBody>
      </p:sp>
      <p:graphicFrame>
        <p:nvGraphicFramePr>
          <p:cNvPr id="1159" name="Google Shape;1159;p34"/>
          <p:cNvGraphicFramePr/>
          <p:nvPr/>
        </p:nvGraphicFramePr>
        <p:xfrm>
          <a:off x="6096000" y="15208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{E4652ADD-BC1B-4D70-B4AA-BF66B50CC816}</a:tableStyleId>
              </a:tblPr>
              <a:tblGrid>
                <a:gridCol w="2490675"/>
                <a:gridCol w="2405800"/>
                <a:gridCol w="828050"/>
              </a:tblGrid>
              <a:tr h="1879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Verdana"/>
                        <a:buNone/>
                      </a:pPr>
                      <a:r>
                        <a:rPr b="1" lang="en-US" sz="900" u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Overall Status</a:t>
                      </a:r>
                      <a:endParaRPr/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</a:t>
                      </a:r>
                      <a:endParaRPr sz="9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74250"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Reasons</a:t>
                      </a:r>
                      <a:endParaRPr/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Actions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Due Date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69775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9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0" name="Google Shape;1160;p34"/>
          <p:cNvGraphicFramePr/>
          <p:nvPr/>
        </p:nvGraphicFramePr>
        <p:xfrm>
          <a:off x="384176" y="1520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{E4652ADD-BC1B-4D70-B4AA-BF66B50CC816}</a:tableStyleId>
              </a:tblPr>
              <a:tblGrid>
                <a:gridCol w="5711825"/>
              </a:tblGrid>
              <a:tr h="19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Verdana"/>
                        <a:buNone/>
                      </a:pPr>
                      <a:r>
                        <a:rPr b="1" lang="en-US" sz="900" u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Executive Summary: Recent Accomplishments/ In Progress</a:t>
                      </a:r>
                      <a:endParaRPr/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85525">
                <a:tc>
                  <a:txBody>
                    <a:bodyPr/>
                    <a:lstStyle/>
                    <a:p>
                      <a:pPr indent="1588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32150">
                <a:tc>
                  <a:txBody>
                    <a:bodyPr/>
                    <a:lstStyle/>
                    <a:p>
                      <a:pPr indent="-114300" lvl="2" marL="6286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1" name="Google Shape;1161;p34"/>
          <p:cNvGraphicFramePr/>
          <p:nvPr/>
        </p:nvGraphicFramePr>
        <p:xfrm>
          <a:off x="6095999" y="2372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{E4652ADD-BC1B-4D70-B4AA-BF66B50CC816}</a:tableStyleId>
              </a:tblPr>
              <a:tblGrid>
                <a:gridCol w="3128850"/>
                <a:gridCol w="1766675"/>
                <a:gridCol w="829000"/>
              </a:tblGrid>
              <a:tr h="1568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Verdana"/>
                        <a:buNone/>
                      </a:pPr>
                      <a:r>
                        <a:rPr b="1" lang="en-US" sz="900" u="none">
                          <a:solidFill>
                            <a:schemeClr val="lt1"/>
                          </a:solidFill>
                        </a:rPr>
                        <a:t>Required Decisions</a:t>
                      </a:r>
                      <a:endParaRPr/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 hMerge="1"/>
                <a:tc hMerge="1"/>
              </a:tr>
              <a:tr h="145450"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Description</a:t>
                      </a:r>
                      <a:endParaRPr/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Expected From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Due Date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145450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5450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5450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2" name="Google Shape;1162;p34"/>
          <p:cNvGraphicFramePr/>
          <p:nvPr/>
        </p:nvGraphicFramePr>
        <p:xfrm>
          <a:off x="384174" y="53681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{E4652ADD-BC1B-4D70-B4AA-BF66B50CC816}</a:tableStyleId>
              </a:tblPr>
              <a:tblGrid>
                <a:gridCol w="655950"/>
                <a:gridCol w="582500"/>
                <a:gridCol w="4325475"/>
                <a:gridCol w="686825"/>
                <a:gridCol w="1329750"/>
                <a:gridCol w="3093325"/>
                <a:gridCol w="762500"/>
              </a:tblGrid>
              <a:tr h="156875"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Verdana"/>
                        <a:buNone/>
                      </a:pPr>
                      <a:r>
                        <a:rPr b="1" lang="en-US" sz="900" u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Risks / Issues (with actual or potential overall project impact)</a:t>
                      </a:r>
                      <a:endParaRPr b="1" sz="900" u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145450"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Ref #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 or I?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Description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Priority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Owner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Actions and Progress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Due Date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56875"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Low</a:t>
                      </a:r>
                      <a:endParaRPr/>
                    </a:p>
                  </a:txBody>
                  <a:tcPr marT="27000" marB="27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7375"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Low</a:t>
                      </a:r>
                      <a:endParaRPr/>
                    </a:p>
                  </a:txBody>
                  <a:tcPr marT="27000" marB="27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7375"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3" name="Google Shape;1163;p34"/>
          <p:cNvGraphicFramePr/>
          <p:nvPr/>
        </p:nvGraphicFramePr>
        <p:xfrm>
          <a:off x="384173" y="36793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{E4652ADD-BC1B-4D70-B4AA-BF66B50CC816}</a:tableStyleId>
              </a:tblPr>
              <a:tblGrid>
                <a:gridCol w="3639100"/>
                <a:gridCol w="1015300"/>
                <a:gridCol w="1065450"/>
                <a:gridCol w="530925"/>
                <a:gridCol w="5185600"/>
              </a:tblGrid>
              <a:tr h="156875"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Verdana"/>
                        <a:buNone/>
                      </a:pPr>
                      <a:r>
                        <a:rPr b="1" lang="en-US" sz="900" u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Deliverables and</a:t>
                      </a:r>
                      <a:r>
                        <a:rPr b="1" lang="en-US" sz="900" u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Milestones</a:t>
                      </a:r>
                      <a:r>
                        <a:rPr b="1" lang="en-US" sz="900" u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(Scheduled for Next X-Weeks</a:t>
                      </a:r>
                      <a:r>
                        <a:rPr b="1" lang="en-US" sz="900" u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)</a:t>
                      </a:r>
                      <a:endParaRPr b="1" sz="900" u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</a:tr>
              <a:tr h="145450"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Deliverable / Milestone</a:t>
                      </a:r>
                      <a:endParaRPr/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 Date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Re-Forecast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RYG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Comments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68300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300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300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300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375"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</a:t>
                      </a:r>
                      <a:endParaRPr/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-176213" lvl="1" marL="177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7000" marB="27000" marR="36000" marL="36000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64" name="Google Shape;1164;p34"/>
          <p:cNvSpPr txBox="1"/>
          <p:nvPr/>
        </p:nvSpPr>
        <p:spPr>
          <a:xfrm>
            <a:off x="9457688" y="825588"/>
            <a:ext cx="123912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Project Health</a:t>
            </a:r>
            <a:endParaRPr/>
          </a:p>
        </p:txBody>
      </p:sp>
      <p:sp>
        <p:nvSpPr>
          <p:cNvPr id="1165" name="Google Shape;1165;p34"/>
          <p:cNvSpPr/>
          <p:nvPr/>
        </p:nvSpPr>
        <p:spPr>
          <a:xfrm>
            <a:off x="8331794" y="1099943"/>
            <a:ext cx="849753" cy="2763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Timeline</a:t>
            </a:r>
            <a:endParaRPr/>
          </a:p>
        </p:txBody>
      </p:sp>
      <p:sp>
        <p:nvSpPr>
          <p:cNvPr id="1166" name="Google Shape;1166;p34"/>
          <p:cNvSpPr/>
          <p:nvPr/>
        </p:nvSpPr>
        <p:spPr>
          <a:xfrm>
            <a:off x="9211453" y="1099943"/>
            <a:ext cx="849753" cy="2763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Budget</a:t>
            </a:r>
            <a:endParaRPr/>
          </a:p>
        </p:txBody>
      </p:sp>
      <p:sp>
        <p:nvSpPr>
          <p:cNvPr id="1167" name="Google Shape;1167;p34"/>
          <p:cNvSpPr/>
          <p:nvPr/>
        </p:nvSpPr>
        <p:spPr>
          <a:xfrm>
            <a:off x="10091112" y="1099943"/>
            <a:ext cx="849753" cy="2763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Quality</a:t>
            </a:r>
            <a:endParaRPr/>
          </a:p>
        </p:txBody>
      </p:sp>
      <p:sp>
        <p:nvSpPr>
          <p:cNvPr id="1168" name="Google Shape;1168;p34"/>
          <p:cNvSpPr/>
          <p:nvPr/>
        </p:nvSpPr>
        <p:spPr>
          <a:xfrm>
            <a:off x="10970772" y="1099943"/>
            <a:ext cx="849753" cy="2763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Resources</a:t>
            </a:r>
            <a:endParaRPr/>
          </a:p>
        </p:txBody>
      </p:sp>
      <p:sp>
        <p:nvSpPr>
          <p:cNvPr id="1169" name="Google Shape;1169;p34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David Wargo</a:t>
            </a:r>
            <a:endParaRPr b="0" i="0" sz="1050" u="none" cap="none" strike="noStrike">
              <a:solidFill>
                <a:srgbClr val="88888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0" name="Google Shape;1170;p34"/>
          <p:cNvSpPr txBox="1"/>
          <p:nvPr/>
        </p:nvSpPr>
        <p:spPr>
          <a:xfrm>
            <a:off x="9845353" y="-5554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5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For each question, make it Red (problem), Yellow (Caution), Green (On Track)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Bold the questions you want to discuss with the team or the client</a:t>
            </a:r>
            <a:endParaRPr/>
          </a:p>
        </p:txBody>
      </p:sp>
      <p:sp>
        <p:nvSpPr>
          <p:cNvPr id="1176" name="Google Shape;1176;p35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Team Check-In Survey </a:t>
            </a:r>
            <a:r>
              <a:rPr b="0" lang="en-US" sz="1600"/>
              <a:t>(page 1 of 3)</a:t>
            </a:r>
            <a:endParaRPr sz="1600"/>
          </a:p>
        </p:txBody>
      </p:sp>
      <p:sp>
        <p:nvSpPr>
          <p:cNvPr id="1177" name="Google Shape;1177;p35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MaryKate Scott</a:t>
            </a:r>
            <a:endParaRPr/>
          </a:p>
        </p:txBody>
      </p:sp>
      <p:sp>
        <p:nvSpPr>
          <p:cNvPr id="1178" name="Google Shape;1178;p35"/>
          <p:cNvSpPr txBox="1"/>
          <p:nvPr/>
        </p:nvSpPr>
        <p:spPr>
          <a:xfrm>
            <a:off x="384173" y="5959023"/>
            <a:ext cx="11436351" cy="3497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b" bIns="36000" lIns="108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When 25% of the way through a project, request each team member to fill out this short survey. Project lead should decide if responses will be anonymous or attributed by name. Consolidate responses and have a team discussion to address any identified concerns. Consider repeating the process when 65% of the way through the project.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179" name="Google Shape;1179;p35"/>
          <p:cNvGraphicFramePr/>
          <p:nvPr/>
        </p:nvGraphicFramePr>
        <p:xfrm>
          <a:off x="549415" y="1404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37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Central question/key deliverables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dk2"/>
                          </a:solidFill>
                        </a:rPr>
                        <a:t>Status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dk2"/>
                          </a:solidFill>
                        </a:rPr>
                        <a:t>Comments from NAME</a:t>
                      </a:r>
                      <a:endParaRPr/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Verdana"/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Is the central question/deliverables still correct and appropriate?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Verdana"/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Does the scope need augmenting?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Verdana"/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Is there unexpected information that might be harbinger of a change for the project? 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80" name="Google Shape;1180;p35"/>
          <p:cNvSpPr/>
          <p:nvPr/>
        </p:nvSpPr>
        <p:spPr>
          <a:xfrm>
            <a:off x="369415" y="1976653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/>
          </a:p>
        </p:txBody>
      </p:sp>
      <p:grpSp>
        <p:nvGrpSpPr>
          <p:cNvPr id="1181" name="Google Shape;1181;p35"/>
          <p:cNvGrpSpPr/>
          <p:nvPr/>
        </p:nvGrpSpPr>
        <p:grpSpPr>
          <a:xfrm>
            <a:off x="8978205" y="1856115"/>
            <a:ext cx="655333" cy="196600"/>
            <a:chOff x="10586360" y="4409022"/>
            <a:chExt cx="1080000" cy="324000"/>
          </a:xfrm>
        </p:grpSpPr>
        <p:sp>
          <p:nvSpPr>
            <p:cNvPr id="1182" name="Google Shape;1182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83" name="Google Shape;1183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184" name="Google Shape;1184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85" name="Google Shape;1185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86" name="Google Shape;1186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87" name="Google Shape;1187;p35"/>
          <p:cNvGrpSpPr/>
          <p:nvPr/>
        </p:nvGrpSpPr>
        <p:grpSpPr>
          <a:xfrm>
            <a:off x="8978205" y="2179940"/>
            <a:ext cx="655333" cy="196600"/>
            <a:chOff x="10586360" y="4409022"/>
            <a:chExt cx="1080000" cy="324000"/>
          </a:xfrm>
        </p:grpSpPr>
        <p:sp>
          <p:nvSpPr>
            <p:cNvPr id="1188" name="Google Shape;1188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89" name="Google Shape;1189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190" name="Google Shape;1190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91" name="Google Shape;1191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92" name="Google Shape;1192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193" name="Google Shape;1193;p35"/>
          <p:cNvGrpSpPr/>
          <p:nvPr/>
        </p:nvGrpSpPr>
        <p:grpSpPr>
          <a:xfrm>
            <a:off x="8978205" y="2496142"/>
            <a:ext cx="655333" cy="196600"/>
            <a:chOff x="10586360" y="4409022"/>
            <a:chExt cx="1080000" cy="324000"/>
          </a:xfrm>
        </p:grpSpPr>
        <p:sp>
          <p:nvSpPr>
            <p:cNvPr id="1194" name="Google Shape;1194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195" name="Google Shape;1195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196" name="Google Shape;1196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97" name="Google Shape;1197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198" name="Google Shape;1198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aphicFrame>
        <p:nvGraphicFramePr>
          <p:cNvPr id="1199" name="Google Shape;1199;p35"/>
          <p:cNvGraphicFramePr/>
          <p:nvPr/>
        </p:nvGraphicFramePr>
        <p:xfrm>
          <a:off x="549415" y="2765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3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Leadership / stakeholder / client engagement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Have we communicated early findings to our leadership? 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 key meetings on all client calendars?  Is there client commitment to the timeline?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Have we engaged with clients in-person or in ways that ensure high/real engagement?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Verdana"/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 we engage beyond the formal meetings to hear the informal communications? 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00" name="Google Shape;1200;p35"/>
          <p:cNvSpPr/>
          <p:nvPr/>
        </p:nvSpPr>
        <p:spPr>
          <a:xfrm>
            <a:off x="369415" y="3503159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/>
          </a:p>
        </p:txBody>
      </p:sp>
      <p:grpSp>
        <p:nvGrpSpPr>
          <p:cNvPr id="1201" name="Google Shape;1201;p35"/>
          <p:cNvGrpSpPr/>
          <p:nvPr/>
        </p:nvGrpSpPr>
        <p:grpSpPr>
          <a:xfrm>
            <a:off x="8978205" y="3229386"/>
            <a:ext cx="655333" cy="196600"/>
            <a:chOff x="10586360" y="4409022"/>
            <a:chExt cx="1080000" cy="324000"/>
          </a:xfrm>
        </p:grpSpPr>
        <p:sp>
          <p:nvSpPr>
            <p:cNvPr id="1202" name="Google Shape;1202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03" name="Google Shape;1203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04" name="Google Shape;1204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05" name="Google Shape;1205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06" name="Google Shape;1206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07" name="Google Shape;1207;p35"/>
          <p:cNvGrpSpPr/>
          <p:nvPr/>
        </p:nvGrpSpPr>
        <p:grpSpPr>
          <a:xfrm>
            <a:off x="8978205" y="3553211"/>
            <a:ext cx="655333" cy="196600"/>
            <a:chOff x="10586360" y="4409022"/>
            <a:chExt cx="1080000" cy="324000"/>
          </a:xfrm>
        </p:grpSpPr>
        <p:sp>
          <p:nvSpPr>
            <p:cNvPr id="1208" name="Google Shape;1208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09" name="Google Shape;1209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10" name="Google Shape;1210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11" name="Google Shape;1211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12" name="Google Shape;1212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13" name="Google Shape;1213;p35"/>
          <p:cNvGrpSpPr/>
          <p:nvPr/>
        </p:nvGrpSpPr>
        <p:grpSpPr>
          <a:xfrm>
            <a:off x="8978205" y="3869413"/>
            <a:ext cx="655333" cy="196600"/>
            <a:chOff x="10586360" y="4409022"/>
            <a:chExt cx="1080000" cy="324000"/>
          </a:xfrm>
        </p:grpSpPr>
        <p:sp>
          <p:nvSpPr>
            <p:cNvPr id="1214" name="Google Shape;1214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15" name="Google Shape;1215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16" name="Google Shape;1216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17" name="Google Shape;1217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18" name="Google Shape;1218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19" name="Google Shape;1219;p35"/>
          <p:cNvGrpSpPr/>
          <p:nvPr/>
        </p:nvGrpSpPr>
        <p:grpSpPr>
          <a:xfrm>
            <a:off x="8978205" y="4184156"/>
            <a:ext cx="655333" cy="196600"/>
            <a:chOff x="10586360" y="4409022"/>
            <a:chExt cx="1080000" cy="324000"/>
          </a:xfrm>
        </p:grpSpPr>
        <p:sp>
          <p:nvSpPr>
            <p:cNvPr id="1220" name="Google Shape;1220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21" name="Google Shape;1221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22" name="Google Shape;1222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23" name="Google Shape;1223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24" name="Google Shape;1224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aphicFrame>
        <p:nvGraphicFramePr>
          <p:cNvPr id="1225" name="Google Shape;1225;p35"/>
          <p:cNvGraphicFramePr/>
          <p:nvPr/>
        </p:nvGraphicFramePr>
        <p:xfrm>
          <a:off x="549415" y="44258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40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Central question/key deliverables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Verdana"/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Is the central question/deliverables still correct and appropriate?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Verdana"/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Does the scope need augmenting?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Verdana"/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Is there unexpected information that might be harbinger of a change for the project? 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6" name="Google Shape;1226;p35"/>
          <p:cNvSpPr/>
          <p:nvPr/>
        </p:nvSpPr>
        <p:spPr>
          <a:xfrm>
            <a:off x="369415" y="5072513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/>
          </a:p>
        </p:txBody>
      </p:sp>
      <p:grpSp>
        <p:nvGrpSpPr>
          <p:cNvPr id="1227" name="Google Shape;1227;p35"/>
          <p:cNvGrpSpPr/>
          <p:nvPr/>
        </p:nvGrpSpPr>
        <p:grpSpPr>
          <a:xfrm>
            <a:off x="8978205" y="4934631"/>
            <a:ext cx="655333" cy="196600"/>
            <a:chOff x="10586360" y="4409022"/>
            <a:chExt cx="1080000" cy="324000"/>
          </a:xfrm>
        </p:grpSpPr>
        <p:sp>
          <p:nvSpPr>
            <p:cNvPr id="1228" name="Google Shape;1228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29" name="Google Shape;1229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30" name="Google Shape;1230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31" name="Google Shape;1231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32" name="Google Shape;1232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33" name="Google Shape;1233;p35"/>
          <p:cNvGrpSpPr/>
          <p:nvPr/>
        </p:nvGrpSpPr>
        <p:grpSpPr>
          <a:xfrm>
            <a:off x="8978205" y="5279358"/>
            <a:ext cx="655333" cy="196600"/>
            <a:chOff x="10586360" y="4409022"/>
            <a:chExt cx="1080000" cy="324000"/>
          </a:xfrm>
        </p:grpSpPr>
        <p:sp>
          <p:nvSpPr>
            <p:cNvPr id="1234" name="Google Shape;1234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35" name="Google Shape;1235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36" name="Google Shape;1236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37" name="Google Shape;1237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38" name="Google Shape;1238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39" name="Google Shape;1239;p35"/>
          <p:cNvGrpSpPr/>
          <p:nvPr/>
        </p:nvGrpSpPr>
        <p:grpSpPr>
          <a:xfrm>
            <a:off x="8978205" y="5624086"/>
            <a:ext cx="655333" cy="196600"/>
            <a:chOff x="10586360" y="4409022"/>
            <a:chExt cx="1080000" cy="324000"/>
          </a:xfrm>
        </p:grpSpPr>
        <p:sp>
          <p:nvSpPr>
            <p:cNvPr id="1240" name="Google Shape;1240;p35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41" name="Google Shape;1241;p35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42" name="Google Shape;1242;p35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43" name="Google Shape;1243;p35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44" name="Google Shape;1244;p35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6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For each question, make it Red (problem), Yellow (Caution), Green (On Track)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Bold the questions you want to discuss with the team or the client</a:t>
            </a:r>
            <a:endParaRPr/>
          </a:p>
        </p:txBody>
      </p:sp>
      <p:sp>
        <p:nvSpPr>
          <p:cNvPr id="1250" name="Google Shape;1250;p36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Team Check-In Survey </a:t>
            </a:r>
            <a:r>
              <a:rPr b="0" lang="en-US" sz="1600"/>
              <a:t>(page 2 of 3)</a:t>
            </a:r>
            <a:endParaRPr sz="1600"/>
          </a:p>
        </p:txBody>
      </p:sp>
      <p:sp>
        <p:nvSpPr>
          <p:cNvPr id="1251" name="Google Shape;1251;p36"/>
          <p:cNvSpPr txBox="1"/>
          <p:nvPr/>
        </p:nvSpPr>
        <p:spPr>
          <a:xfrm>
            <a:off x="2318941" y="6460383"/>
            <a:ext cx="5847522" cy="240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Verdana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rPr>
              <a:t>Source: Courtesy of MaryKate Scott</a:t>
            </a:r>
            <a:endParaRPr/>
          </a:p>
        </p:txBody>
      </p:sp>
      <p:sp>
        <p:nvSpPr>
          <p:cNvPr id="1252" name="Google Shape;1252;p36"/>
          <p:cNvSpPr txBox="1"/>
          <p:nvPr/>
        </p:nvSpPr>
        <p:spPr>
          <a:xfrm>
            <a:off x="384173" y="5959023"/>
            <a:ext cx="11436351" cy="3497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b" bIns="36000" lIns="108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When 25% of the way through a project, request each team member to fill out this short survey. Project lead should decide if responses will be anonymous or attributed by name. Consolidate responses and have a team discussion to address any identified concerns. Consider repeating the process when 65% of the way through the project.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253" name="Google Shape;1253;p36"/>
          <p:cNvGraphicFramePr/>
          <p:nvPr/>
        </p:nvGraphicFramePr>
        <p:xfrm>
          <a:off x="549415" y="1404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3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Obstacles/Issues identified at Kickoff / Outset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dk2"/>
                          </a:solidFill>
                        </a:rPr>
                        <a:t>Status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dk2"/>
                          </a:solidFill>
                        </a:rPr>
                        <a:t>Comments from NAME</a:t>
                      </a:r>
                      <a:endParaRPr/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 anticipated obstacles being seen and/or resolved?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 there any new concerns from our leaders, stakeholders, or the team that might impact our plan and solutions?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54" name="Google Shape;1254;p36"/>
          <p:cNvSpPr/>
          <p:nvPr/>
        </p:nvSpPr>
        <p:spPr>
          <a:xfrm>
            <a:off x="369415" y="1880069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/>
          </a:p>
        </p:txBody>
      </p:sp>
      <p:grpSp>
        <p:nvGrpSpPr>
          <p:cNvPr id="1255" name="Google Shape;1255;p36"/>
          <p:cNvGrpSpPr/>
          <p:nvPr/>
        </p:nvGrpSpPr>
        <p:grpSpPr>
          <a:xfrm>
            <a:off x="8978205" y="1856115"/>
            <a:ext cx="655333" cy="196600"/>
            <a:chOff x="10586360" y="4409022"/>
            <a:chExt cx="1080000" cy="324000"/>
          </a:xfrm>
        </p:grpSpPr>
        <p:sp>
          <p:nvSpPr>
            <p:cNvPr id="1256" name="Google Shape;1256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57" name="Google Shape;1257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58" name="Google Shape;1258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59" name="Google Shape;1259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60" name="Google Shape;1260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61" name="Google Shape;1261;p36"/>
          <p:cNvGrpSpPr/>
          <p:nvPr/>
        </p:nvGrpSpPr>
        <p:grpSpPr>
          <a:xfrm>
            <a:off x="8978205" y="2221750"/>
            <a:ext cx="655333" cy="196600"/>
            <a:chOff x="10586360" y="4409022"/>
            <a:chExt cx="1080000" cy="324000"/>
          </a:xfrm>
        </p:grpSpPr>
        <p:sp>
          <p:nvSpPr>
            <p:cNvPr id="1262" name="Google Shape;1262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63" name="Google Shape;1263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64" name="Google Shape;1264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65" name="Google Shape;1265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66" name="Google Shape;1266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aphicFrame>
        <p:nvGraphicFramePr>
          <p:cNvPr id="1267" name="Google Shape;1267;p36"/>
          <p:cNvGraphicFramePr/>
          <p:nvPr/>
        </p:nvGraphicFramePr>
        <p:xfrm>
          <a:off x="551475" y="25965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3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Schedule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Is anything taking longer than expected?  If so can we manage this process more effectively?  Are there activities that might be faster than anticipated?  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Have we updated the schedule – is everyone aware of the overall plan and timeline?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68" name="Google Shape;1268;p36"/>
          <p:cNvSpPr/>
          <p:nvPr/>
        </p:nvSpPr>
        <p:spPr>
          <a:xfrm>
            <a:off x="371475" y="3065434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/>
          </a:p>
        </p:txBody>
      </p:sp>
      <p:grpSp>
        <p:nvGrpSpPr>
          <p:cNvPr id="1269" name="Google Shape;1269;p36"/>
          <p:cNvGrpSpPr/>
          <p:nvPr/>
        </p:nvGrpSpPr>
        <p:grpSpPr>
          <a:xfrm>
            <a:off x="8980265" y="3048453"/>
            <a:ext cx="655333" cy="196600"/>
            <a:chOff x="10586360" y="4409022"/>
            <a:chExt cx="1080000" cy="324000"/>
          </a:xfrm>
        </p:grpSpPr>
        <p:sp>
          <p:nvSpPr>
            <p:cNvPr id="1270" name="Google Shape;1270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71" name="Google Shape;1271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72" name="Google Shape;1272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73" name="Google Shape;1273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74" name="Google Shape;1274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75" name="Google Shape;1275;p36"/>
          <p:cNvGrpSpPr/>
          <p:nvPr/>
        </p:nvGrpSpPr>
        <p:grpSpPr>
          <a:xfrm>
            <a:off x="8980265" y="3399574"/>
            <a:ext cx="655333" cy="196600"/>
            <a:chOff x="10586360" y="4409022"/>
            <a:chExt cx="1080000" cy="324000"/>
          </a:xfrm>
        </p:grpSpPr>
        <p:sp>
          <p:nvSpPr>
            <p:cNvPr id="1276" name="Google Shape;1276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77" name="Google Shape;1277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78" name="Google Shape;1278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79" name="Google Shape;1279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80" name="Google Shape;1280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aphicFrame>
        <p:nvGraphicFramePr>
          <p:cNvPr id="1281" name="Google Shape;1281;p36"/>
          <p:cNvGraphicFramePr/>
          <p:nvPr/>
        </p:nvGraphicFramePr>
        <p:xfrm>
          <a:off x="549415" y="3815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3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Resources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 we have the right skill set on the team?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Is the team time allocation still appropriate? Do we need additional resources?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 we on budget? 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 there other tools that might improve the quality of the answer and/or the productivity of the team?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82" name="Google Shape;1282;p36"/>
          <p:cNvSpPr/>
          <p:nvPr/>
        </p:nvSpPr>
        <p:spPr>
          <a:xfrm>
            <a:off x="369415" y="4553173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/>
          </a:p>
        </p:txBody>
      </p:sp>
      <p:grpSp>
        <p:nvGrpSpPr>
          <p:cNvPr id="1283" name="Google Shape;1283;p36"/>
          <p:cNvGrpSpPr/>
          <p:nvPr/>
        </p:nvGrpSpPr>
        <p:grpSpPr>
          <a:xfrm>
            <a:off x="8978205" y="4279400"/>
            <a:ext cx="655333" cy="196600"/>
            <a:chOff x="10586360" y="4409022"/>
            <a:chExt cx="1080000" cy="324000"/>
          </a:xfrm>
        </p:grpSpPr>
        <p:sp>
          <p:nvSpPr>
            <p:cNvPr id="1284" name="Google Shape;1284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85" name="Google Shape;1285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86" name="Google Shape;1286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87" name="Google Shape;1287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88" name="Google Shape;1288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89" name="Google Shape;1289;p36"/>
          <p:cNvGrpSpPr/>
          <p:nvPr/>
        </p:nvGrpSpPr>
        <p:grpSpPr>
          <a:xfrm>
            <a:off x="8978205" y="4603225"/>
            <a:ext cx="655333" cy="196600"/>
            <a:chOff x="10586360" y="4409022"/>
            <a:chExt cx="1080000" cy="324000"/>
          </a:xfrm>
        </p:grpSpPr>
        <p:sp>
          <p:nvSpPr>
            <p:cNvPr id="1290" name="Google Shape;1290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91" name="Google Shape;1291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92" name="Google Shape;1292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93" name="Google Shape;1293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94" name="Google Shape;1294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295" name="Google Shape;1295;p36"/>
          <p:cNvGrpSpPr/>
          <p:nvPr/>
        </p:nvGrpSpPr>
        <p:grpSpPr>
          <a:xfrm>
            <a:off x="8978205" y="4919427"/>
            <a:ext cx="655333" cy="196600"/>
            <a:chOff x="10586360" y="4409022"/>
            <a:chExt cx="1080000" cy="324000"/>
          </a:xfrm>
        </p:grpSpPr>
        <p:sp>
          <p:nvSpPr>
            <p:cNvPr id="1296" name="Google Shape;1296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97" name="Google Shape;1297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298" name="Google Shape;1298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299" name="Google Shape;1299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00" name="Google Shape;1300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301" name="Google Shape;1301;p36"/>
          <p:cNvGrpSpPr/>
          <p:nvPr/>
        </p:nvGrpSpPr>
        <p:grpSpPr>
          <a:xfrm>
            <a:off x="8978205" y="5234170"/>
            <a:ext cx="655333" cy="196600"/>
            <a:chOff x="10586360" y="4409022"/>
            <a:chExt cx="1080000" cy="324000"/>
          </a:xfrm>
        </p:grpSpPr>
        <p:sp>
          <p:nvSpPr>
            <p:cNvPr id="1302" name="Google Shape;1302;p36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303" name="Google Shape;1303;p36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304" name="Google Shape;1304;p36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05" name="Google Shape;1305;p36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06" name="Google Shape;1306;p36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37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For each question, make it Red (problem), Yellow (Caution), Green (On Track)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Bold the questions you want to discuss with the team or the client</a:t>
            </a:r>
            <a:endParaRPr/>
          </a:p>
        </p:txBody>
      </p:sp>
      <p:sp>
        <p:nvSpPr>
          <p:cNvPr id="1312" name="Google Shape;1312;p37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Team Check-In Survey </a:t>
            </a:r>
            <a:r>
              <a:rPr b="0" lang="en-US" sz="1600"/>
              <a:t>(page 3 of 3)</a:t>
            </a:r>
            <a:endParaRPr sz="1600"/>
          </a:p>
        </p:txBody>
      </p:sp>
      <p:graphicFrame>
        <p:nvGraphicFramePr>
          <p:cNvPr id="1313" name="Google Shape;1313;p37"/>
          <p:cNvGraphicFramePr/>
          <p:nvPr/>
        </p:nvGraphicFramePr>
        <p:xfrm>
          <a:off x="549415" y="1404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3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Problem Solving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dk2"/>
                          </a:solidFill>
                        </a:rPr>
                        <a:t>Status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Verdana"/>
                        <a:buNone/>
                      </a:pPr>
                      <a:r>
                        <a:rPr b="1" lang="en-US" sz="1100">
                          <a:solidFill>
                            <a:schemeClr val="dk2"/>
                          </a:solidFill>
                        </a:rPr>
                        <a:t>Comments from NAME</a:t>
                      </a:r>
                      <a:endParaRPr/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Have we engaged the whole team in productive problem-solving sessions?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 we using all potential resources?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Are we confident that we will get to a strong solution?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14" name="Google Shape;1314;p37"/>
          <p:cNvSpPr/>
          <p:nvPr/>
        </p:nvSpPr>
        <p:spPr>
          <a:xfrm>
            <a:off x="369415" y="1976653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07</a:t>
            </a:r>
            <a:endParaRPr/>
          </a:p>
        </p:txBody>
      </p:sp>
      <p:grpSp>
        <p:nvGrpSpPr>
          <p:cNvPr id="1315" name="Google Shape;1315;p37"/>
          <p:cNvGrpSpPr/>
          <p:nvPr/>
        </p:nvGrpSpPr>
        <p:grpSpPr>
          <a:xfrm>
            <a:off x="8978205" y="1856115"/>
            <a:ext cx="655333" cy="196600"/>
            <a:chOff x="10586360" y="4409022"/>
            <a:chExt cx="1080000" cy="324000"/>
          </a:xfrm>
        </p:grpSpPr>
        <p:sp>
          <p:nvSpPr>
            <p:cNvPr id="1316" name="Google Shape;1316;p37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317" name="Google Shape;1317;p37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318" name="Google Shape;1318;p37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19" name="Google Shape;1319;p37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20" name="Google Shape;1320;p37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321" name="Google Shape;1321;p37"/>
          <p:cNvGrpSpPr/>
          <p:nvPr/>
        </p:nvGrpSpPr>
        <p:grpSpPr>
          <a:xfrm>
            <a:off x="8978205" y="2179940"/>
            <a:ext cx="655333" cy="196600"/>
            <a:chOff x="10586360" y="4409022"/>
            <a:chExt cx="1080000" cy="324000"/>
          </a:xfrm>
        </p:grpSpPr>
        <p:sp>
          <p:nvSpPr>
            <p:cNvPr id="1322" name="Google Shape;1322;p37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323" name="Google Shape;1323;p37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324" name="Google Shape;1324;p37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25" name="Google Shape;1325;p37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26" name="Google Shape;1326;p37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327" name="Google Shape;1327;p37"/>
          <p:cNvGrpSpPr/>
          <p:nvPr/>
        </p:nvGrpSpPr>
        <p:grpSpPr>
          <a:xfrm>
            <a:off x="8978205" y="2510656"/>
            <a:ext cx="655333" cy="196600"/>
            <a:chOff x="10586360" y="4409022"/>
            <a:chExt cx="1080000" cy="324000"/>
          </a:xfrm>
        </p:grpSpPr>
        <p:sp>
          <p:nvSpPr>
            <p:cNvPr id="1328" name="Google Shape;1328;p37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329" name="Google Shape;1329;p37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330" name="Google Shape;1330;p37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31" name="Google Shape;1331;p37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32" name="Google Shape;1332;p37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aphicFrame>
        <p:nvGraphicFramePr>
          <p:cNvPr id="1333" name="Google Shape;1333;p37"/>
          <p:cNvGraphicFramePr/>
          <p:nvPr/>
        </p:nvGraphicFramePr>
        <p:xfrm>
          <a:off x="556672" y="2862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{FAB60AD4-8867-4EC2-8786-FDA043E71341}</a:tableStyleId>
              </a:tblPr>
              <a:tblGrid>
                <a:gridCol w="8243850"/>
                <a:gridCol w="1089250"/>
                <a:gridCol w="1938025"/>
              </a:tblGrid>
              <a:tr h="3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2"/>
                          </a:solidFill>
                        </a:rPr>
                        <a:t>Good Experience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Verdana"/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36000" marB="36000" marR="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I’m having a good experience on this team 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feel heard/valued in this team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believe I can get the work done within the time allotment</a:t>
                      </a:r>
                      <a:endParaRPr/>
                    </a:p>
                  </a:txBody>
                  <a:tcPr marT="36000" marB="36000" marR="91450" marL="288000" anchor="ctr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36000" marB="36000" marR="91450" marL="91450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xxx</a:t>
                      </a:r>
                      <a:endParaRPr/>
                    </a:p>
                  </a:txBody>
                  <a:tcPr marT="36000" marB="3600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34" name="Google Shape;1334;p37"/>
          <p:cNvSpPr/>
          <p:nvPr/>
        </p:nvSpPr>
        <p:spPr>
          <a:xfrm>
            <a:off x="376672" y="3403255"/>
            <a:ext cx="360000" cy="595920"/>
          </a:xfrm>
          <a:prstGeom prst="rect">
            <a:avLst/>
          </a:prstGeom>
          <a:gradFill>
            <a:gsLst>
              <a:gs pos="0">
                <a:schemeClr val="dk2"/>
              </a:gs>
              <a:gs pos="99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71975" spcFirstLastPara="1" rIns="72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08</a:t>
            </a:r>
            <a:endParaRPr/>
          </a:p>
        </p:txBody>
      </p:sp>
      <p:grpSp>
        <p:nvGrpSpPr>
          <p:cNvPr id="1335" name="Google Shape;1335;p37"/>
          <p:cNvGrpSpPr/>
          <p:nvPr/>
        </p:nvGrpSpPr>
        <p:grpSpPr>
          <a:xfrm>
            <a:off x="8985462" y="3314801"/>
            <a:ext cx="655333" cy="196600"/>
            <a:chOff x="10586360" y="4409022"/>
            <a:chExt cx="1080000" cy="324000"/>
          </a:xfrm>
        </p:grpSpPr>
        <p:sp>
          <p:nvSpPr>
            <p:cNvPr id="1336" name="Google Shape;1336;p37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337" name="Google Shape;1337;p37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338" name="Google Shape;1338;p37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39" name="Google Shape;1339;p37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40" name="Google Shape;1340;p37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341" name="Google Shape;1341;p37"/>
          <p:cNvGrpSpPr/>
          <p:nvPr/>
        </p:nvGrpSpPr>
        <p:grpSpPr>
          <a:xfrm>
            <a:off x="8985462" y="3638626"/>
            <a:ext cx="655333" cy="196600"/>
            <a:chOff x="10586360" y="4409022"/>
            <a:chExt cx="1080000" cy="324000"/>
          </a:xfrm>
        </p:grpSpPr>
        <p:sp>
          <p:nvSpPr>
            <p:cNvPr id="1342" name="Google Shape;1342;p37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343" name="Google Shape;1343;p37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344" name="Google Shape;1344;p37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45" name="Google Shape;1345;p37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46" name="Google Shape;1346;p37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347" name="Google Shape;1347;p37"/>
          <p:cNvGrpSpPr/>
          <p:nvPr/>
        </p:nvGrpSpPr>
        <p:grpSpPr>
          <a:xfrm>
            <a:off x="8985462" y="3954828"/>
            <a:ext cx="655333" cy="196600"/>
            <a:chOff x="10586360" y="4409022"/>
            <a:chExt cx="1080000" cy="324000"/>
          </a:xfrm>
        </p:grpSpPr>
        <p:sp>
          <p:nvSpPr>
            <p:cNvPr id="1348" name="Google Shape;1348;p37"/>
            <p:cNvSpPr/>
            <p:nvPr/>
          </p:nvSpPr>
          <p:spPr>
            <a:xfrm>
              <a:off x="10586360" y="4409022"/>
              <a:ext cx="1080000" cy="324000"/>
            </a:xfrm>
            <a:prstGeom prst="roundRect">
              <a:avLst>
                <a:gd fmla="val 1898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Verdan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349" name="Google Shape;1349;p37"/>
            <p:cNvGrpSpPr/>
            <p:nvPr/>
          </p:nvGrpSpPr>
          <p:grpSpPr>
            <a:xfrm>
              <a:off x="10677712" y="4463022"/>
              <a:ext cx="897297" cy="216000"/>
              <a:chOff x="1039085" y="3309367"/>
              <a:chExt cx="897297" cy="216000"/>
            </a:xfrm>
          </p:grpSpPr>
          <p:sp>
            <p:nvSpPr>
              <p:cNvPr id="1350" name="Google Shape;1350;p37"/>
              <p:cNvSpPr/>
              <p:nvPr/>
            </p:nvSpPr>
            <p:spPr>
              <a:xfrm>
                <a:off x="1039085" y="3309367"/>
                <a:ext cx="216000" cy="21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51" name="Google Shape;1351;p37"/>
              <p:cNvSpPr/>
              <p:nvPr/>
            </p:nvSpPr>
            <p:spPr>
              <a:xfrm>
                <a:off x="1379734" y="3309367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352" name="Google Shape;1352;p37"/>
              <p:cNvSpPr/>
              <p:nvPr/>
            </p:nvSpPr>
            <p:spPr>
              <a:xfrm>
                <a:off x="1720382" y="3309367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Verdan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38">
            <a:hlinkClick r:id="rId3"/>
          </p:cNvPr>
          <p:cNvSpPr txBox="1"/>
          <p:nvPr/>
        </p:nvSpPr>
        <p:spPr>
          <a:xfrm>
            <a:off x="384173" y="982518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Project Overview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8" name="Google Shape;1358;p38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Project Completion Report</a:t>
            </a:r>
            <a:endParaRPr/>
          </a:p>
        </p:txBody>
      </p:sp>
      <p:sp>
        <p:nvSpPr>
          <p:cNvPr id="1359" name="Google Shape;1359;p38">
            <a:hlinkClick r:id="rId4"/>
          </p:cNvPr>
          <p:cNvSpPr txBox="1"/>
          <p:nvPr/>
        </p:nvSpPr>
        <p:spPr>
          <a:xfrm>
            <a:off x="384173" y="2313448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Deliverables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0" name="Google Shape;1360;p38">
            <a:hlinkClick r:id="rId5"/>
          </p:cNvPr>
          <p:cNvSpPr txBox="1"/>
          <p:nvPr/>
        </p:nvSpPr>
        <p:spPr>
          <a:xfrm>
            <a:off x="384173" y="3639550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Budget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1" name="Google Shape;1361;p38">
            <a:hlinkClick r:id="rId6"/>
          </p:cNvPr>
          <p:cNvSpPr txBox="1"/>
          <p:nvPr/>
        </p:nvSpPr>
        <p:spPr>
          <a:xfrm>
            <a:off x="384173" y="4970480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Performance Review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2" name="Google Shape;1362;p38">
            <a:hlinkClick r:id="rId7"/>
          </p:cNvPr>
          <p:cNvSpPr txBox="1"/>
          <p:nvPr/>
        </p:nvSpPr>
        <p:spPr>
          <a:xfrm>
            <a:off x="6094411" y="982517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Remaining Resources/Transfer Plan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3" name="Google Shape;1363;p38">
            <a:hlinkClick r:id="rId8"/>
          </p:cNvPr>
          <p:cNvSpPr txBox="1"/>
          <p:nvPr/>
        </p:nvSpPr>
        <p:spPr>
          <a:xfrm>
            <a:off x="6094411" y="2308618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Feedback/Lessons Learned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4" name="Google Shape;1364;p38">
            <a:hlinkClick r:id="rId9"/>
          </p:cNvPr>
          <p:cNvSpPr txBox="1"/>
          <p:nvPr/>
        </p:nvSpPr>
        <p:spPr>
          <a:xfrm>
            <a:off x="6094411" y="3639550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5" name="Google Shape;1365;p38">
            <a:hlinkClick r:id="rId10"/>
          </p:cNvPr>
          <p:cNvSpPr txBox="1"/>
          <p:nvPr/>
        </p:nvSpPr>
        <p:spPr>
          <a:xfrm>
            <a:off x="6094411" y="4970480"/>
            <a:ext cx="5546110" cy="121035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72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207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07B"/>
                </a:solidFill>
                <a:latin typeface="Verdana"/>
                <a:ea typeface="Verdana"/>
                <a:cs typeface="Verdana"/>
                <a:sym typeface="Verdana"/>
              </a:rPr>
              <a:t>Team Members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Text	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6" name="Google Shape;1366;p38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</a:t>
            </a:r>
            <a:r>
              <a:rPr b="1" lang="en-US" sz="1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1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9"/>
          <p:cNvSpPr txBox="1"/>
          <p:nvPr>
            <p:ph idx="1" type="body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Project Lead: [Name]		Date: [Date]</a:t>
            </a:r>
            <a:endParaRPr/>
          </a:p>
        </p:txBody>
      </p:sp>
      <p:sp>
        <p:nvSpPr>
          <p:cNvPr id="1373" name="Google Shape;1373;p39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Project Completion Report</a:t>
            </a:r>
            <a:endParaRPr/>
          </a:p>
        </p:txBody>
      </p:sp>
      <p:grpSp>
        <p:nvGrpSpPr>
          <p:cNvPr id="1374" name="Google Shape;1374;p39"/>
          <p:cNvGrpSpPr/>
          <p:nvPr/>
        </p:nvGrpSpPr>
        <p:grpSpPr>
          <a:xfrm>
            <a:off x="390987" y="1378561"/>
            <a:ext cx="11436350" cy="1514194"/>
            <a:chOff x="384175" y="1525300"/>
            <a:chExt cx="11436350" cy="1514194"/>
          </a:xfrm>
        </p:grpSpPr>
        <p:sp>
          <p:nvSpPr>
            <p:cNvPr id="1375" name="Google Shape;1375;p39"/>
            <p:cNvSpPr/>
            <p:nvPr/>
          </p:nvSpPr>
          <p:spPr>
            <a:xfrm>
              <a:off x="384175" y="1525300"/>
              <a:ext cx="11436350" cy="1514194"/>
            </a:xfrm>
            <a:prstGeom prst="rect">
              <a:avLst/>
            </a:prstGeom>
            <a:solidFill>
              <a:schemeClr val="lt1">
                <a:alpha val="23921"/>
              </a:schemeClr>
            </a:solidFill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180000" spcFirstLastPara="1" rIns="72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5C87"/>
                </a:buClr>
                <a:buSzPts val="1400"/>
                <a:buFont typeface="Verdana"/>
                <a:buNone/>
              </a:pPr>
              <a:r>
                <a:rPr b="1" i="0" lang="en-US" sz="1400" u="none" cap="none" strike="noStrike">
                  <a:solidFill>
                    <a:srgbClr val="3A5C87"/>
                  </a:solidFill>
                  <a:latin typeface="Verdana"/>
                  <a:ea typeface="Verdana"/>
                  <a:cs typeface="Verdana"/>
                  <a:sym typeface="Verdana"/>
                </a:rPr>
                <a:t>Objective achievements</a:t>
              </a:r>
              <a:endParaRPr b="0" i="0" sz="1200" u="none" cap="none" strike="noStrike">
                <a:solidFill>
                  <a:srgbClr val="3A5C87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376" name="Google Shape;1376;p39"/>
            <p:cNvCxnSpPr/>
            <p:nvPr/>
          </p:nvCxnSpPr>
          <p:spPr>
            <a:xfrm>
              <a:off x="517412" y="1972871"/>
              <a:ext cx="10917027" cy="0"/>
            </a:xfrm>
            <a:prstGeom prst="straightConnector1">
              <a:avLst/>
            </a:prstGeom>
            <a:noFill/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77" name="Google Shape;1377;p39"/>
            <p:cNvSpPr/>
            <p:nvPr/>
          </p:nvSpPr>
          <p:spPr>
            <a:xfrm>
              <a:off x="517412" y="2185137"/>
              <a:ext cx="8215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Text</a:t>
              </a:r>
              <a:endParaRPr/>
            </a:p>
          </p:txBody>
        </p:sp>
      </p:grpSp>
      <p:sp>
        <p:nvSpPr>
          <p:cNvPr id="1378" name="Google Shape;1378;p39"/>
          <p:cNvSpPr txBox="1"/>
          <p:nvPr/>
        </p:nvSpPr>
        <p:spPr>
          <a:xfrm>
            <a:off x="9845353" y="2107"/>
            <a:ext cx="2346647" cy="53994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6000" lIns="72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VERSION 2</a:t>
            </a:r>
            <a:endParaRPr/>
          </a:p>
        </p:txBody>
      </p:sp>
      <p:grpSp>
        <p:nvGrpSpPr>
          <p:cNvPr id="1379" name="Google Shape;1379;p39"/>
          <p:cNvGrpSpPr/>
          <p:nvPr/>
        </p:nvGrpSpPr>
        <p:grpSpPr>
          <a:xfrm>
            <a:off x="384174" y="3056428"/>
            <a:ext cx="11436350" cy="1514194"/>
            <a:chOff x="384175" y="1525300"/>
            <a:chExt cx="11436350" cy="1514194"/>
          </a:xfrm>
        </p:grpSpPr>
        <p:sp>
          <p:nvSpPr>
            <p:cNvPr id="1380" name="Google Shape;1380;p39"/>
            <p:cNvSpPr/>
            <p:nvPr/>
          </p:nvSpPr>
          <p:spPr>
            <a:xfrm>
              <a:off x="384175" y="1525300"/>
              <a:ext cx="11436350" cy="1514194"/>
            </a:xfrm>
            <a:prstGeom prst="rect">
              <a:avLst/>
            </a:prstGeom>
            <a:solidFill>
              <a:schemeClr val="lt1">
                <a:alpha val="23921"/>
              </a:schemeClr>
            </a:solidFill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180000" spcFirstLastPara="1" rIns="72000" wrap="square" tIns="10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5C87"/>
                </a:buClr>
                <a:buSzPts val="1400"/>
                <a:buFont typeface="Verdana"/>
                <a:buNone/>
              </a:pPr>
              <a:r>
                <a:rPr b="1" i="0" lang="en-US" sz="1400" u="none" cap="none" strike="noStrike">
                  <a:solidFill>
                    <a:srgbClr val="3A5C87"/>
                  </a:solidFill>
                  <a:latin typeface="Verdana"/>
                  <a:ea typeface="Verdana"/>
                  <a:cs typeface="Verdana"/>
                  <a:sym typeface="Verdana"/>
                </a:rPr>
                <a:t>Results achievements</a:t>
              </a:r>
              <a:endParaRPr b="0" i="0" sz="1200" u="none" cap="none" strike="noStrike">
                <a:solidFill>
                  <a:srgbClr val="3A5C87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381" name="Google Shape;1381;p39"/>
            <p:cNvCxnSpPr/>
            <p:nvPr/>
          </p:nvCxnSpPr>
          <p:spPr>
            <a:xfrm>
              <a:off x="517412" y="1972871"/>
              <a:ext cx="10917027" cy="0"/>
            </a:xfrm>
            <a:prstGeom prst="straightConnector1">
              <a:avLst/>
            </a:prstGeom>
            <a:noFill/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2" name="Google Shape;1382;p39"/>
            <p:cNvSpPr/>
            <p:nvPr/>
          </p:nvSpPr>
          <p:spPr>
            <a:xfrm>
              <a:off x="517412" y="2185137"/>
              <a:ext cx="8215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Text</a:t>
              </a:r>
              <a:endParaRPr/>
            </a:p>
          </p:txBody>
        </p:sp>
      </p:grpSp>
      <p:grpSp>
        <p:nvGrpSpPr>
          <p:cNvPr id="1383" name="Google Shape;1383;p39"/>
          <p:cNvGrpSpPr/>
          <p:nvPr/>
        </p:nvGrpSpPr>
        <p:grpSpPr>
          <a:xfrm>
            <a:off x="390987" y="4734295"/>
            <a:ext cx="11436350" cy="1514194"/>
            <a:chOff x="384175" y="1525300"/>
            <a:chExt cx="11436350" cy="1514194"/>
          </a:xfrm>
        </p:grpSpPr>
        <p:sp>
          <p:nvSpPr>
            <p:cNvPr id="1384" name="Google Shape;1384;p39"/>
            <p:cNvSpPr/>
            <p:nvPr/>
          </p:nvSpPr>
          <p:spPr>
            <a:xfrm>
              <a:off x="384175" y="1525300"/>
              <a:ext cx="11436350" cy="1514194"/>
            </a:xfrm>
            <a:prstGeom prst="rect">
              <a:avLst/>
            </a:prstGeom>
            <a:solidFill>
              <a:schemeClr val="lt1">
                <a:alpha val="23921"/>
              </a:schemeClr>
            </a:solidFill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180000" spcFirstLastPara="1" rIns="72000" wrap="square" tIns="108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3A5C87"/>
                  </a:solidFill>
                  <a:latin typeface="Verdana"/>
                  <a:ea typeface="Verdana"/>
                  <a:cs typeface="Verdana"/>
                  <a:sym typeface="Verdana"/>
                </a:rPr>
                <a:t>Recommendations for future projects</a:t>
              </a:r>
              <a:endParaRPr b="0" i="0" sz="1200" u="none" cap="none" strike="noStrike">
                <a:solidFill>
                  <a:srgbClr val="3A5C87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385" name="Google Shape;1385;p39"/>
            <p:cNvCxnSpPr/>
            <p:nvPr/>
          </p:nvCxnSpPr>
          <p:spPr>
            <a:xfrm>
              <a:off x="517412" y="1972871"/>
              <a:ext cx="10917027" cy="0"/>
            </a:xfrm>
            <a:prstGeom prst="straightConnector1">
              <a:avLst/>
            </a:prstGeom>
            <a:noFill/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6" name="Google Shape;1386;p39"/>
            <p:cNvSpPr/>
            <p:nvPr/>
          </p:nvSpPr>
          <p:spPr>
            <a:xfrm>
              <a:off x="517412" y="2185137"/>
              <a:ext cx="8215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Text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40"/>
          <p:cNvSpPr txBox="1"/>
          <p:nvPr>
            <p:ph type="title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US"/>
              <a:t>[Project Name] Contact Information</a:t>
            </a:r>
            <a:endParaRPr/>
          </a:p>
        </p:txBody>
      </p:sp>
      <p:graphicFrame>
        <p:nvGraphicFramePr>
          <p:cNvPr id="1392" name="Google Shape;1392;p40"/>
          <p:cNvGraphicFramePr/>
          <p:nvPr/>
        </p:nvGraphicFramePr>
        <p:xfrm>
          <a:off x="384174" y="990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{42A26390-C6F0-4DB0-89AE-750A9A3AACCF}</a:tableStyleId>
              </a:tblPr>
              <a:tblGrid>
                <a:gridCol w="1599250"/>
                <a:gridCol w="1599250"/>
                <a:gridCol w="1599250"/>
                <a:gridCol w="1599250"/>
                <a:gridCol w="1599250"/>
                <a:gridCol w="1599250"/>
                <a:gridCol w="1599250"/>
              </a:tblGrid>
              <a:tr h="273125"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Role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Title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Email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Location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828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Organization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_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2020-07-31T20:30:33Z</dcterms:created>
  <dc:creator>Umbrex visit www.umbrex.com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0x010100737C6C0B81616847BA0BEF6AF9FD8D5E</vt:lpwstr>
  </property>
  <property fmtid="{D5CDD505-2E9C-101B-9397-08002B2CF9AE}" pid="3" name="MediaServiceImageTags">
    <vt:lpwstr/>
  </property>
</Properties>
</file>